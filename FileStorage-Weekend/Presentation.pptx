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7" r:id="rId2"/>
    <p:sldId id="258" r:id="rId3"/>
    <p:sldId id="259" r:id="rId4"/>
    <p:sldId id="260" r:id="rId5"/>
    <p:sldId id="261" r:id="rId6"/>
    <p:sldId id="264" r:id="rId7"/>
    <p:sldId id="262" r:id="rId8"/>
    <p:sldId id="265" r:id="rId9"/>
    <p:sldId id="263" r:id="rId10"/>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73E8"/>
    <a:srgbClr val="4DA3F1"/>
    <a:srgbClr val="4D2D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94689"/>
  </p:normalViewPr>
  <p:slideViewPr>
    <p:cSldViewPr snapToGrid="0">
      <p:cViewPr varScale="1">
        <p:scale>
          <a:sx n="101" d="100"/>
          <a:sy n="101" d="100"/>
        </p:scale>
        <p:origin x="25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19061-9C7C-5C4D-8FEA-6632DD0B598E}" type="datetimeFigureOut">
              <a:rPr lang="en-GH" smtClean="0"/>
              <a:t>07/03/2026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5F10A6-C440-6048-ADD0-7C213C7B8E3D}" type="slidenum">
              <a:rPr lang="en-GH" smtClean="0"/>
              <a:t>‹#›</a:t>
            </a:fld>
            <a:endParaRPr lang="en-GH"/>
          </a:p>
        </p:txBody>
      </p:sp>
    </p:spTree>
    <p:extLst>
      <p:ext uri="{BB962C8B-B14F-4D97-AF65-F5344CB8AC3E}">
        <p14:creationId xmlns:p14="http://schemas.microsoft.com/office/powerpoint/2010/main" val="3487495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EB012B4D-FD8A-6E53-461B-61C2A254883F}"/>
              </a:ext>
            </a:extLst>
          </p:cNvPr>
          <p:cNvSpPr/>
          <p:nvPr userDrawn="1"/>
        </p:nvSpPr>
        <p:spPr>
          <a:xfrm>
            <a:off x="10697028" y="6356349"/>
            <a:ext cx="667657" cy="379639"/>
          </a:xfrm>
          <a:prstGeom prst="roundRect">
            <a:avLst/>
          </a:prstGeom>
          <a:gradFill flip="none" rotWithShape="1">
            <a:gsLst>
              <a:gs pos="0">
                <a:srgbClr val="1A73E8">
                  <a:shade val="30000"/>
                  <a:satMod val="115000"/>
                </a:srgbClr>
              </a:gs>
              <a:gs pos="50000">
                <a:srgbClr val="1A73E8">
                  <a:shade val="67500"/>
                  <a:satMod val="115000"/>
                </a:srgbClr>
              </a:gs>
              <a:gs pos="100000">
                <a:srgbClr val="1A73E8">
                  <a:shade val="100000"/>
                  <a:satMod val="115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 name="Title 1">
            <a:extLst>
              <a:ext uri="{FF2B5EF4-FFF2-40B4-BE49-F238E27FC236}">
                <a16:creationId xmlns:a16="http://schemas.microsoft.com/office/drawing/2014/main" id="{22EF7E39-DBDA-0602-0A7A-6847F6774013}"/>
              </a:ext>
            </a:extLst>
          </p:cNvPr>
          <p:cNvSpPr>
            <a:spLocks noGrp="1"/>
          </p:cNvSpPr>
          <p:nvPr>
            <p:ph type="ctrTitle" hasCustomPrompt="1"/>
          </p:nvPr>
        </p:nvSpPr>
        <p:spPr>
          <a:xfrm>
            <a:off x="1524000" y="1582058"/>
            <a:ext cx="9144000" cy="2552018"/>
          </a:xfrm>
        </p:spPr>
        <p:txBody>
          <a:bodyPr anchor="b"/>
          <a:lstStyle>
            <a:lvl1pPr algn="ctr">
              <a:defRPr sz="6000">
                <a:solidFill>
                  <a:schemeClr val="tx1"/>
                </a:solidFill>
              </a:defRPr>
            </a:lvl1pPr>
          </a:lstStyle>
          <a:p>
            <a:r>
              <a:rPr lang="en-GH" dirty="0"/>
              <a:t>HELLO WORLD</a:t>
            </a:r>
          </a:p>
        </p:txBody>
      </p:sp>
      <p:sp>
        <p:nvSpPr>
          <p:cNvPr id="3" name="Subtitle 2">
            <a:extLst>
              <a:ext uri="{FF2B5EF4-FFF2-40B4-BE49-F238E27FC236}">
                <a16:creationId xmlns:a16="http://schemas.microsoft.com/office/drawing/2014/main" id="{97B66C56-B7AB-A979-D4AD-A162FD9EC1B1}"/>
              </a:ext>
            </a:extLst>
          </p:cNvPr>
          <p:cNvSpPr>
            <a:spLocks noGrp="1"/>
          </p:cNvSpPr>
          <p:nvPr>
            <p:ph type="subTitle" idx="1"/>
          </p:nvPr>
        </p:nvSpPr>
        <p:spPr>
          <a:xfrm>
            <a:off x="1524000" y="4281713"/>
            <a:ext cx="9144000" cy="1367971"/>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GH" dirty="0"/>
          </a:p>
        </p:txBody>
      </p:sp>
      <p:sp>
        <p:nvSpPr>
          <p:cNvPr id="4" name="Date Placeholder 3">
            <a:extLst>
              <a:ext uri="{FF2B5EF4-FFF2-40B4-BE49-F238E27FC236}">
                <a16:creationId xmlns:a16="http://schemas.microsoft.com/office/drawing/2014/main" id="{508000B4-3801-0241-7656-092B0AA920DC}"/>
              </a:ext>
            </a:extLst>
          </p:cNvPr>
          <p:cNvSpPr>
            <a:spLocks noGrp="1"/>
          </p:cNvSpPr>
          <p:nvPr>
            <p:ph type="dt" sz="half" idx="10"/>
          </p:nvPr>
        </p:nvSpPr>
        <p:spPr/>
        <p:txBody>
          <a:bodyPr/>
          <a:lstStyle/>
          <a:p>
            <a:fld id="{BE1ACFB9-018D-8242-B104-CD45D632837B}" type="datetime3">
              <a:rPr lang="en-US" smtClean="0"/>
              <a:t>3 July 2026</a:t>
            </a:fld>
            <a:endParaRPr lang="en-GH" dirty="0"/>
          </a:p>
        </p:txBody>
      </p:sp>
      <p:sp>
        <p:nvSpPr>
          <p:cNvPr id="6" name="Slide Number Placeholder 5">
            <a:extLst>
              <a:ext uri="{FF2B5EF4-FFF2-40B4-BE49-F238E27FC236}">
                <a16:creationId xmlns:a16="http://schemas.microsoft.com/office/drawing/2014/main" id="{13EFC442-F940-5836-CCB8-83500D32FB9C}"/>
              </a:ext>
            </a:extLst>
          </p:cNvPr>
          <p:cNvSpPr>
            <a:spLocks noGrp="1"/>
          </p:cNvSpPr>
          <p:nvPr>
            <p:ph type="sldNum" sz="quarter" idx="12"/>
          </p:nvPr>
        </p:nvSpPr>
        <p:spPr>
          <a:xfrm>
            <a:off x="10697028" y="6356350"/>
            <a:ext cx="656772" cy="365126"/>
          </a:xfrm>
        </p:spPr>
        <p:txBody>
          <a:bodyPr/>
          <a:lstStyle>
            <a:lvl1pPr algn="ctr">
              <a:defRPr sz="1600" b="1">
                <a:solidFill>
                  <a:schemeClr val="bg1"/>
                </a:solidFill>
              </a:defRPr>
            </a:lvl1pPr>
          </a:lstStyle>
          <a:p>
            <a:fld id="{844BC124-E8F2-314E-B275-FCD333FAB8D0}" type="slidenum">
              <a:rPr lang="en-GH" smtClean="0"/>
              <a:pPr/>
              <a:t>‹#›</a:t>
            </a:fld>
            <a:endParaRPr lang="en-GH" dirty="0"/>
          </a:p>
        </p:txBody>
      </p:sp>
      <p:sp>
        <p:nvSpPr>
          <p:cNvPr id="9" name="TextBox 8">
            <a:extLst>
              <a:ext uri="{FF2B5EF4-FFF2-40B4-BE49-F238E27FC236}">
                <a16:creationId xmlns:a16="http://schemas.microsoft.com/office/drawing/2014/main" id="{33E89BDC-0E55-480D-A5A8-528A86F5DF60}"/>
              </a:ext>
            </a:extLst>
          </p:cNvPr>
          <p:cNvSpPr txBox="1"/>
          <p:nvPr userDrawn="1"/>
        </p:nvSpPr>
        <p:spPr>
          <a:xfrm>
            <a:off x="1801089" y="517359"/>
            <a:ext cx="3366656" cy="369332"/>
          </a:xfrm>
          <a:prstGeom prst="rect">
            <a:avLst/>
          </a:prstGeom>
          <a:noFill/>
        </p:spPr>
        <p:txBody>
          <a:bodyPr wrap="square" rtlCol="0">
            <a:spAutoFit/>
          </a:bodyPr>
          <a:lstStyle/>
          <a:p>
            <a:pPr algn="ctr"/>
            <a:r>
              <a:rPr lang="en-GB" dirty="0">
                <a:solidFill>
                  <a:schemeClr val="bg1"/>
                </a:solidFill>
                <a:latin typeface="+mj-lt"/>
              </a:rPr>
              <a:t>KOFORIDUA TECHNICAL</a:t>
            </a:r>
            <a:endParaRPr lang="en-GH" dirty="0">
              <a:solidFill>
                <a:schemeClr val="bg1"/>
              </a:solidFill>
              <a:latin typeface="+mj-lt"/>
            </a:endParaRPr>
          </a:p>
        </p:txBody>
      </p:sp>
      <p:sp>
        <p:nvSpPr>
          <p:cNvPr id="10" name="TextBox 9">
            <a:extLst>
              <a:ext uri="{FF2B5EF4-FFF2-40B4-BE49-F238E27FC236}">
                <a16:creationId xmlns:a16="http://schemas.microsoft.com/office/drawing/2014/main" id="{11885ECC-4460-E6A3-FE37-9FD56E4856A5}"/>
              </a:ext>
            </a:extLst>
          </p:cNvPr>
          <p:cNvSpPr txBox="1"/>
          <p:nvPr userDrawn="1"/>
        </p:nvSpPr>
        <p:spPr>
          <a:xfrm>
            <a:off x="1995054" y="748138"/>
            <a:ext cx="2840185" cy="538609"/>
          </a:xfrm>
          <a:prstGeom prst="rect">
            <a:avLst/>
          </a:prstGeom>
          <a:noFill/>
        </p:spPr>
        <p:txBody>
          <a:bodyPr wrap="square" rtlCol="0">
            <a:spAutoFit/>
          </a:bodyPr>
          <a:lstStyle/>
          <a:p>
            <a:pPr algn="ctr"/>
            <a:r>
              <a:rPr lang="en-GB" sz="2900" b="1" dirty="0">
                <a:solidFill>
                  <a:schemeClr val="bg1"/>
                </a:solidFill>
                <a:latin typeface="+mj-lt"/>
              </a:rPr>
              <a:t>UNIVERSITY</a:t>
            </a:r>
            <a:endParaRPr lang="en-GH" sz="2900" b="1" dirty="0">
              <a:solidFill>
                <a:schemeClr val="bg1"/>
              </a:solidFill>
              <a:latin typeface="+mj-lt"/>
            </a:endParaRPr>
          </a:p>
        </p:txBody>
      </p:sp>
    </p:spTree>
    <p:extLst>
      <p:ext uri="{BB962C8B-B14F-4D97-AF65-F5344CB8AC3E}">
        <p14:creationId xmlns:p14="http://schemas.microsoft.com/office/powerpoint/2010/main" val="1899413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99EA2-EC7B-9463-BB38-6E99B5CB052D}"/>
              </a:ext>
            </a:extLst>
          </p:cNvPr>
          <p:cNvSpPr>
            <a:spLocks noGrp="1"/>
          </p:cNvSpPr>
          <p:nvPr>
            <p:ph type="title" hasCustomPrompt="1"/>
          </p:nvPr>
        </p:nvSpPr>
        <p:spPr/>
        <p:txBody>
          <a:bodyPr/>
          <a:lstStyle/>
          <a:p>
            <a:r>
              <a:rPr lang="en-GB" dirty="0"/>
              <a:t>TITLE</a:t>
            </a:r>
            <a:endParaRPr lang="en-GH" dirty="0"/>
          </a:p>
        </p:txBody>
      </p:sp>
      <p:sp>
        <p:nvSpPr>
          <p:cNvPr id="3" name="Content Placeholder 2">
            <a:extLst>
              <a:ext uri="{FF2B5EF4-FFF2-40B4-BE49-F238E27FC236}">
                <a16:creationId xmlns:a16="http://schemas.microsoft.com/office/drawing/2014/main" id="{00DC6DEA-D0E2-8D16-1C0C-B499290F5F22}"/>
              </a:ext>
            </a:extLst>
          </p:cNvPr>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a:t>
            </a:r>
            <a:r>
              <a:rPr lang="en-GB" dirty="0" err="1"/>
              <a:t>leve</a:t>
            </a:r>
            <a:endParaRPr lang="en-GB" dirty="0"/>
          </a:p>
          <a:p>
            <a:pPr lvl="3"/>
            <a:r>
              <a:rPr lang="en-GB" dirty="0"/>
              <a:t>Fourth level</a:t>
            </a:r>
          </a:p>
          <a:p>
            <a:pPr lvl="4"/>
            <a:r>
              <a:rPr lang="en-GB" dirty="0"/>
              <a:t>Fifth level</a:t>
            </a:r>
            <a:endParaRPr lang="en-GH" dirty="0"/>
          </a:p>
        </p:txBody>
      </p:sp>
      <p:sp>
        <p:nvSpPr>
          <p:cNvPr id="4" name="Date Placeholder 3">
            <a:extLst>
              <a:ext uri="{FF2B5EF4-FFF2-40B4-BE49-F238E27FC236}">
                <a16:creationId xmlns:a16="http://schemas.microsoft.com/office/drawing/2014/main" id="{056FCF11-16F6-E48A-B62B-98AD09036F05}"/>
              </a:ext>
            </a:extLst>
          </p:cNvPr>
          <p:cNvSpPr>
            <a:spLocks noGrp="1"/>
          </p:cNvSpPr>
          <p:nvPr>
            <p:ph type="dt" sz="half" idx="10"/>
          </p:nvPr>
        </p:nvSpPr>
        <p:spPr/>
        <p:txBody>
          <a:bodyPr/>
          <a:lstStyle/>
          <a:p>
            <a:fld id="{EE0DDCC4-905D-5B48-850A-6F302726F80D}" type="datetime3">
              <a:rPr lang="en-US" smtClean="0"/>
              <a:t>3 July 2026</a:t>
            </a:fld>
            <a:endParaRPr lang="en-GH"/>
          </a:p>
        </p:txBody>
      </p:sp>
      <p:sp>
        <p:nvSpPr>
          <p:cNvPr id="6" name="Slide Number Placeholder 5">
            <a:extLst>
              <a:ext uri="{FF2B5EF4-FFF2-40B4-BE49-F238E27FC236}">
                <a16:creationId xmlns:a16="http://schemas.microsoft.com/office/drawing/2014/main" id="{440CDDF2-B750-12FA-794B-A5858F3432C9}"/>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162490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B736-F2BA-DD71-A5A5-E8546D2F50C6}"/>
              </a:ext>
            </a:extLst>
          </p:cNvPr>
          <p:cNvSpPr>
            <a:spLocks noGrp="1"/>
          </p:cNvSpPr>
          <p:nvPr>
            <p:ph type="title"/>
          </p:nvPr>
        </p:nvSpPr>
        <p:spPr>
          <a:xfrm>
            <a:off x="831850" y="1709738"/>
            <a:ext cx="10515600" cy="2852737"/>
          </a:xfrm>
        </p:spPr>
        <p:txBody>
          <a:bodyPr anchor="b"/>
          <a:lstStyle>
            <a:lvl1pPr>
              <a:defRPr sz="6000"/>
            </a:lvl1pPr>
          </a:lstStyle>
          <a:p>
            <a:r>
              <a:rPr lang="en-GB" dirty="0"/>
              <a:t>Click to edit Master title style</a:t>
            </a:r>
            <a:endParaRPr lang="en-GH" dirty="0"/>
          </a:p>
        </p:txBody>
      </p:sp>
      <p:sp>
        <p:nvSpPr>
          <p:cNvPr id="3" name="Text Placeholder 2">
            <a:extLst>
              <a:ext uri="{FF2B5EF4-FFF2-40B4-BE49-F238E27FC236}">
                <a16:creationId xmlns:a16="http://schemas.microsoft.com/office/drawing/2014/main" id="{8AFBBDDC-EBAB-ED43-FAD3-E008550652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A96B642-436C-89C7-3D6C-0946CC4F4116}"/>
              </a:ext>
            </a:extLst>
          </p:cNvPr>
          <p:cNvSpPr>
            <a:spLocks noGrp="1"/>
          </p:cNvSpPr>
          <p:nvPr>
            <p:ph type="dt" sz="half" idx="10"/>
          </p:nvPr>
        </p:nvSpPr>
        <p:spPr/>
        <p:txBody>
          <a:bodyPr/>
          <a:lstStyle/>
          <a:p>
            <a:fld id="{9ACBE955-A4D8-ED40-B359-78C915B98E50}" type="datetime3">
              <a:rPr lang="en-US" smtClean="0"/>
              <a:t>3 July 2026</a:t>
            </a:fld>
            <a:endParaRPr lang="en-GH"/>
          </a:p>
        </p:txBody>
      </p:sp>
      <p:sp>
        <p:nvSpPr>
          <p:cNvPr id="6" name="Slide Number Placeholder 5">
            <a:extLst>
              <a:ext uri="{FF2B5EF4-FFF2-40B4-BE49-F238E27FC236}">
                <a16:creationId xmlns:a16="http://schemas.microsoft.com/office/drawing/2014/main" id="{00FD430F-ED06-6A35-D709-B5B1F3542ABF}"/>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3167028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6A9B-ED73-C160-481E-1D2B503278A0}"/>
              </a:ext>
            </a:extLst>
          </p:cNvPr>
          <p:cNvSpPr>
            <a:spLocks noGrp="1"/>
          </p:cNvSpPr>
          <p:nvPr>
            <p:ph type="title" hasCustomPrompt="1"/>
          </p:nvPr>
        </p:nvSpPr>
        <p:spPr/>
        <p:txBody>
          <a:bodyPr/>
          <a:lstStyle/>
          <a:p>
            <a:r>
              <a:rPr lang="en-GB" dirty="0"/>
              <a:t>TITLE</a:t>
            </a:r>
            <a:endParaRPr lang="en-GH" dirty="0"/>
          </a:p>
        </p:txBody>
      </p:sp>
      <p:sp>
        <p:nvSpPr>
          <p:cNvPr id="3" name="Content Placeholder 2">
            <a:extLst>
              <a:ext uri="{FF2B5EF4-FFF2-40B4-BE49-F238E27FC236}">
                <a16:creationId xmlns:a16="http://schemas.microsoft.com/office/drawing/2014/main" id="{39315AEE-CAF7-E759-DE57-EA89A8D2DD0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Content Placeholder 3">
            <a:extLst>
              <a:ext uri="{FF2B5EF4-FFF2-40B4-BE49-F238E27FC236}">
                <a16:creationId xmlns:a16="http://schemas.microsoft.com/office/drawing/2014/main" id="{18C40888-180F-C09C-D9D0-C09F8E3C5C6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5" name="Date Placeholder 4">
            <a:extLst>
              <a:ext uri="{FF2B5EF4-FFF2-40B4-BE49-F238E27FC236}">
                <a16:creationId xmlns:a16="http://schemas.microsoft.com/office/drawing/2014/main" id="{1623B810-0B2E-2B80-32AF-7B961BC33CEC}"/>
              </a:ext>
            </a:extLst>
          </p:cNvPr>
          <p:cNvSpPr>
            <a:spLocks noGrp="1"/>
          </p:cNvSpPr>
          <p:nvPr>
            <p:ph type="dt" sz="half" idx="10"/>
          </p:nvPr>
        </p:nvSpPr>
        <p:spPr/>
        <p:txBody>
          <a:bodyPr/>
          <a:lstStyle/>
          <a:p>
            <a:fld id="{CFF31260-05D5-A441-8A1A-54DB1CA0B303}" type="datetime3">
              <a:rPr lang="en-US" smtClean="0"/>
              <a:t>3 July 2026</a:t>
            </a:fld>
            <a:endParaRPr lang="en-GH"/>
          </a:p>
        </p:txBody>
      </p:sp>
      <p:sp>
        <p:nvSpPr>
          <p:cNvPr id="7" name="Slide Number Placeholder 6">
            <a:extLst>
              <a:ext uri="{FF2B5EF4-FFF2-40B4-BE49-F238E27FC236}">
                <a16:creationId xmlns:a16="http://schemas.microsoft.com/office/drawing/2014/main" id="{725F6614-594D-653F-03F9-3E31FB149D50}"/>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1173084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6A43B-BF74-8780-B408-59636BE720A2}"/>
              </a:ext>
            </a:extLst>
          </p:cNvPr>
          <p:cNvSpPr>
            <a:spLocks noGrp="1"/>
          </p:cNvSpPr>
          <p:nvPr>
            <p:ph type="title" hasCustomPrompt="1"/>
          </p:nvPr>
        </p:nvSpPr>
        <p:spPr>
          <a:xfrm>
            <a:off x="839788" y="365126"/>
            <a:ext cx="10515600" cy="926646"/>
          </a:xfrm>
        </p:spPr>
        <p:txBody>
          <a:bodyPr/>
          <a:lstStyle/>
          <a:p>
            <a:r>
              <a:rPr lang="en-GB" dirty="0"/>
              <a:t>TITLE</a:t>
            </a:r>
            <a:endParaRPr lang="en-GH" dirty="0"/>
          </a:p>
        </p:txBody>
      </p:sp>
      <p:sp>
        <p:nvSpPr>
          <p:cNvPr id="3" name="Text Placeholder 2">
            <a:extLst>
              <a:ext uri="{FF2B5EF4-FFF2-40B4-BE49-F238E27FC236}">
                <a16:creationId xmlns:a16="http://schemas.microsoft.com/office/drawing/2014/main" id="{BA869C7A-57D0-7894-F464-C19B5D82AC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945809AF-23D3-28C7-225F-2B0B9ED5761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5" name="Text Placeholder 4">
            <a:extLst>
              <a:ext uri="{FF2B5EF4-FFF2-40B4-BE49-F238E27FC236}">
                <a16:creationId xmlns:a16="http://schemas.microsoft.com/office/drawing/2014/main" id="{94250F8B-2706-837A-7B12-096E32BAE3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26D5CC21-29CA-225D-6657-CC31952B94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7" name="Date Placeholder 6">
            <a:extLst>
              <a:ext uri="{FF2B5EF4-FFF2-40B4-BE49-F238E27FC236}">
                <a16:creationId xmlns:a16="http://schemas.microsoft.com/office/drawing/2014/main" id="{4058B9EA-6A55-9214-0383-58897D0080AA}"/>
              </a:ext>
            </a:extLst>
          </p:cNvPr>
          <p:cNvSpPr>
            <a:spLocks noGrp="1"/>
          </p:cNvSpPr>
          <p:nvPr>
            <p:ph type="dt" sz="half" idx="10"/>
          </p:nvPr>
        </p:nvSpPr>
        <p:spPr/>
        <p:txBody>
          <a:bodyPr/>
          <a:lstStyle/>
          <a:p>
            <a:fld id="{91555EE9-34B2-3049-A57D-5D056960AC6E}" type="datetime3">
              <a:rPr lang="en-US" smtClean="0"/>
              <a:t>3 July 2026</a:t>
            </a:fld>
            <a:endParaRPr lang="en-GH"/>
          </a:p>
        </p:txBody>
      </p:sp>
      <p:sp>
        <p:nvSpPr>
          <p:cNvPr id="9" name="Slide Number Placeholder 8">
            <a:extLst>
              <a:ext uri="{FF2B5EF4-FFF2-40B4-BE49-F238E27FC236}">
                <a16:creationId xmlns:a16="http://schemas.microsoft.com/office/drawing/2014/main" id="{EEDB33A0-85C3-60C1-B343-5DE8496A3ABD}"/>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116488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2D99-B099-2745-42A6-1E0764338F7E}"/>
              </a:ext>
            </a:extLst>
          </p:cNvPr>
          <p:cNvSpPr>
            <a:spLocks noGrp="1"/>
          </p:cNvSpPr>
          <p:nvPr>
            <p:ph type="title" hasCustomPrompt="1"/>
          </p:nvPr>
        </p:nvSpPr>
        <p:spPr/>
        <p:txBody>
          <a:bodyPr/>
          <a:lstStyle/>
          <a:p>
            <a:r>
              <a:rPr lang="en-GB" dirty="0"/>
              <a:t>TITLE</a:t>
            </a:r>
            <a:endParaRPr lang="en-GH" dirty="0"/>
          </a:p>
        </p:txBody>
      </p:sp>
      <p:sp>
        <p:nvSpPr>
          <p:cNvPr id="3" name="Date Placeholder 2">
            <a:extLst>
              <a:ext uri="{FF2B5EF4-FFF2-40B4-BE49-F238E27FC236}">
                <a16:creationId xmlns:a16="http://schemas.microsoft.com/office/drawing/2014/main" id="{B0857B05-F03D-4971-E72A-37E28AFA14E2}"/>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5" name="Slide Number Placeholder 4">
            <a:extLst>
              <a:ext uri="{FF2B5EF4-FFF2-40B4-BE49-F238E27FC236}">
                <a16:creationId xmlns:a16="http://schemas.microsoft.com/office/drawing/2014/main" id="{84503A0D-A8F1-4857-CC5C-1374A48ECE8F}"/>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4003552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3DAD9B-6515-0DE5-F9A5-B6BCDE552EE6}"/>
              </a:ext>
            </a:extLst>
          </p:cNvPr>
          <p:cNvSpPr>
            <a:spLocks noGrp="1"/>
          </p:cNvSpPr>
          <p:nvPr>
            <p:ph type="dt" sz="half" idx="10"/>
          </p:nvPr>
        </p:nvSpPr>
        <p:spPr/>
        <p:txBody>
          <a:bodyPr/>
          <a:lstStyle/>
          <a:p>
            <a:fld id="{15B1F8CE-A7E8-E642-8690-2E5286D18662}" type="datetime3">
              <a:rPr lang="en-US" smtClean="0"/>
              <a:t>3 July 2026</a:t>
            </a:fld>
            <a:endParaRPr lang="en-GH"/>
          </a:p>
        </p:txBody>
      </p:sp>
      <p:sp>
        <p:nvSpPr>
          <p:cNvPr id="4" name="Slide Number Placeholder 3">
            <a:extLst>
              <a:ext uri="{FF2B5EF4-FFF2-40B4-BE49-F238E27FC236}">
                <a16:creationId xmlns:a16="http://schemas.microsoft.com/office/drawing/2014/main" id="{BDB9BC4C-DBE9-5F5B-5FB0-A2F9CFECF4FA}"/>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853123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3F0C2-B424-E98C-60DD-9C6761AB81EB}"/>
              </a:ext>
            </a:extLst>
          </p:cNvPr>
          <p:cNvSpPr>
            <a:spLocks noGrp="1"/>
          </p:cNvSpPr>
          <p:nvPr>
            <p:ph type="title" hasCustomPrompt="1"/>
          </p:nvPr>
        </p:nvSpPr>
        <p:spPr>
          <a:xfrm>
            <a:off x="839788" y="377372"/>
            <a:ext cx="10514012" cy="943428"/>
          </a:xfrm>
        </p:spPr>
        <p:txBody>
          <a:bodyPr anchor="ctr">
            <a:normAutofit/>
          </a:bodyPr>
          <a:lstStyle>
            <a:lvl1pPr>
              <a:defRPr sz="4000"/>
            </a:lvl1pPr>
          </a:lstStyle>
          <a:p>
            <a:r>
              <a:rPr lang="en-GB" dirty="0"/>
              <a:t>TITLE</a:t>
            </a:r>
            <a:endParaRPr lang="en-GH" dirty="0"/>
          </a:p>
        </p:txBody>
      </p:sp>
      <p:sp>
        <p:nvSpPr>
          <p:cNvPr id="3" name="Content Placeholder 2">
            <a:extLst>
              <a:ext uri="{FF2B5EF4-FFF2-40B4-BE49-F238E27FC236}">
                <a16:creationId xmlns:a16="http://schemas.microsoft.com/office/drawing/2014/main" id="{4F22A70A-E242-C7AB-8FC9-3AF3CEC630A2}"/>
              </a:ext>
            </a:extLst>
          </p:cNvPr>
          <p:cNvSpPr>
            <a:spLocks noGrp="1"/>
          </p:cNvSpPr>
          <p:nvPr>
            <p:ph idx="1"/>
          </p:nvPr>
        </p:nvSpPr>
        <p:spPr>
          <a:xfrm>
            <a:off x="5183188" y="1494971"/>
            <a:ext cx="6172200" cy="436607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GH" dirty="0"/>
          </a:p>
        </p:txBody>
      </p:sp>
      <p:sp>
        <p:nvSpPr>
          <p:cNvPr id="4" name="Text Placeholder 3">
            <a:extLst>
              <a:ext uri="{FF2B5EF4-FFF2-40B4-BE49-F238E27FC236}">
                <a16:creationId xmlns:a16="http://schemas.microsoft.com/office/drawing/2014/main" id="{C5FEF090-9584-2C52-5A89-DE06700FAE20}"/>
              </a:ext>
            </a:extLst>
          </p:cNvPr>
          <p:cNvSpPr>
            <a:spLocks noGrp="1"/>
          </p:cNvSpPr>
          <p:nvPr>
            <p:ph type="body" sz="half" idx="2"/>
          </p:nvPr>
        </p:nvSpPr>
        <p:spPr>
          <a:xfrm>
            <a:off x="839788" y="1494971"/>
            <a:ext cx="3932237" cy="43740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5" name="Date Placeholder 4">
            <a:extLst>
              <a:ext uri="{FF2B5EF4-FFF2-40B4-BE49-F238E27FC236}">
                <a16:creationId xmlns:a16="http://schemas.microsoft.com/office/drawing/2014/main" id="{8A1A263F-EF51-2ED8-1B81-A81A7072E3E3}"/>
              </a:ext>
            </a:extLst>
          </p:cNvPr>
          <p:cNvSpPr>
            <a:spLocks noGrp="1"/>
          </p:cNvSpPr>
          <p:nvPr>
            <p:ph type="dt" sz="half" idx="10"/>
          </p:nvPr>
        </p:nvSpPr>
        <p:spPr/>
        <p:txBody>
          <a:bodyPr/>
          <a:lstStyle/>
          <a:p>
            <a:fld id="{ACC3E467-AA06-3149-9F08-9BDAF9BA38E2}" type="datetime3">
              <a:rPr lang="en-US" smtClean="0"/>
              <a:t>3 July 2026</a:t>
            </a:fld>
            <a:endParaRPr lang="en-GH"/>
          </a:p>
        </p:txBody>
      </p:sp>
      <p:sp>
        <p:nvSpPr>
          <p:cNvPr id="7" name="Slide Number Placeholder 6">
            <a:extLst>
              <a:ext uri="{FF2B5EF4-FFF2-40B4-BE49-F238E27FC236}">
                <a16:creationId xmlns:a16="http://schemas.microsoft.com/office/drawing/2014/main" id="{DB94E7B1-3E0C-2B91-CA6E-D487D173C93B}"/>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3066988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CBA76-ACFB-2ADF-8C9C-7855CD3C2EEB}"/>
              </a:ext>
            </a:extLst>
          </p:cNvPr>
          <p:cNvSpPr>
            <a:spLocks noGrp="1"/>
          </p:cNvSpPr>
          <p:nvPr>
            <p:ph type="title" hasCustomPrompt="1"/>
          </p:nvPr>
        </p:nvSpPr>
        <p:spPr>
          <a:xfrm>
            <a:off x="839788" y="348344"/>
            <a:ext cx="10514012" cy="943428"/>
          </a:xfrm>
        </p:spPr>
        <p:txBody>
          <a:bodyPr anchor="ctr">
            <a:normAutofit/>
          </a:bodyPr>
          <a:lstStyle>
            <a:lvl1pPr>
              <a:defRPr sz="4000"/>
            </a:lvl1pPr>
          </a:lstStyle>
          <a:p>
            <a:r>
              <a:rPr lang="en-GB" dirty="0"/>
              <a:t>TITLE</a:t>
            </a:r>
            <a:endParaRPr lang="en-GH" dirty="0"/>
          </a:p>
        </p:txBody>
      </p:sp>
      <p:sp>
        <p:nvSpPr>
          <p:cNvPr id="3" name="Picture Placeholder 2">
            <a:extLst>
              <a:ext uri="{FF2B5EF4-FFF2-40B4-BE49-F238E27FC236}">
                <a16:creationId xmlns:a16="http://schemas.microsoft.com/office/drawing/2014/main" id="{AE9B870F-42EB-5FBD-BEFF-6A909FF6220D}"/>
              </a:ext>
            </a:extLst>
          </p:cNvPr>
          <p:cNvSpPr>
            <a:spLocks noGrp="1"/>
          </p:cNvSpPr>
          <p:nvPr>
            <p:ph type="pic" idx="1"/>
          </p:nvPr>
        </p:nvSpPr>
        <p:spPr>
          <a:xfrm>
            <a:off x="5183188" y="1494971"/>
            <a:ext cx="6172200" cy="436607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dirty="0"/>
          </a:p>
        </p:txBody>
      </p:sp>
      <p:sp>
        <p:nvSpPr>
          <p:cNvPr id="4" name="Text Placeholder 3">
            <a:extLst>
              <a:ext uri="{FF2B5EF4-FFF2-40B4-BE49-F238E27FC236}">
                <a16:creationId xmlns:a16="http://schemas.microsoft.com/office/drawing/2014/main" id="{12703BC0-1C7E-98A6-A28E-C9958A2167FF}"/>
              </a:ext>
            </a:extLst>
          </p:cNvPr>
          <p:cNvSpPr>
            <a:spLocks noGrp="1"/>
          </p:cNvSpPr>
          <p:nvPr>
            <p:ph type="body" sz="half" idx="2"/>
          </p:nvPr>
        </p:nvSpPr>
        <p:spPr>
          <a:xfrm>
            <a:off x="839788" y="1494971"/>
            <a:ext cx="3932237" cy="43740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5" name="Date Placeholder 4">
            <a:extLst>
              <a:ext uri="{FF2B5EF4-FFF2-40B4-BE49-F238E27FC236}">
                <a16:creationId xmlns:a16="http://schemas.microsoft.com/office/drawing/2014/main" id="{83F82CD5-78F9-4968-25C9-2B06112BEB6D}"/>
              </a:ext>
            </a:extLst>
          </p:cNvPr>
          <p:cNvSpPr>
            <a:spLocks noGrp="1"/>
          </p:cNvSpPr>
          <p:nvPr>
            <p:ph type="dt" sz="half" idx="10"/>
          </p:nvPr>
        </p:nvSpPr>
        <p:spPr/>
        <p:txBody>
          <a:bodyPr/>
          <a:lstStyle/>
          <a:p>
            <a:fld id="{A00A86AF-9A5D-AC40-AEFB-6C91378ED202}" type="datetime3">
              <a:rPr lang="en-US" smtClean="0"/>
              <a:t>3 July 2026</a:t>
            </a:fld>
            <a:endParaRPr lang="en-GH"/>
          </a:p>
        </p:txBody>
      </p:sp>
      <p:sp>
        <p:nvSpPr>
          <p:cNvPr id="7" name="Slide Number Placeholder 6">
            <a:extLst>
              <a:ext uri="{FF2B5EF4-FFF2-40B4-BE49-F238E27FC236}">
                <a16:creationId xmlns:a16="http://schemas.microsoft.com/office/drawing/2014/main" id="{CD5FCD5A-28BD-7AD3-0710-4B84027A6226}"/>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1290807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A25BD-D12E-B4CE-5964-49B76223F4C0}"/>
              </a:ext>
            </a:extLst>
          </p:cNvPr>
          <p:cNvSpPr>
            <a:spLocks noGrp="1"/>
          </p:cNvSpPr>
          <p:nvPr>
            <p:ph type="title" hasCustomPrompt="1"/>
          </p:nvPr>
        </p:nvSpPr>
        <p:spPr/>
        <p:txBody>
          <a:bodyPr/>
          <a:lstStyle/>
          <a:p>
            <a:r>
              <a:rPr lang="en-GB" dirty="0"/>
              <a:t>TITLE</a:t>
            </a:r>
            <a:endParaRPr lang="en-GH" dirty="0"/>
          </a:p>
        </p:txBody>
      </p:sp>
      <p:sp>
        <p:nvSpPr>
          <p:cNvPr id="3" name="Vertical Text Placeholder 2">
            <a:extLst>
              <a:ext uri="{FF2B5EF4-FFF2-40B4-BE49-F238E27FC236}">
                <a16:creationId xmlns:a16="http://schemas.microsoft.com/office/drawing/2014/main" id="{3DC1B74C-8714-DE58-BC5D-703D4F7F1A8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Date Placeholder 3">
            <a:extLst>
              <a:ext uri="{FF2B5EF4-FFF2-40B4-BE49-F238E27FC236}">
                <a16:creationId xmlns:a16="http://schemas.microsoft.com/office/drawing/2014/main" id="{326B5F1C-B85F-335D-61A3-3A20EC2679A2}"/>
              </a:ext>
            </a:extLst>
          </p:cNvPr>
          <p:cNvSpPr>
            <a:spLocks noGrp="1"/>
          </p:cNvSpPr>
          <p:nvPr>
            <p:ph type="dt" sz="half" idx="10"/>
          </p:nvPr>
        </p:nvSpPr>
        <p:spPr/>
        <p:txBody>
          <a:bodyPr/>
          <a:lstStyle/>
          <a:p>
            <a:fld id="{6479A6AD-6034-CE4A-8EDF-4EF7D314A9B6}" type="datetime3">
              <a:rPr lang="en-US" smtClean="0"/>
              <a:t>3 July 2026</a:t>
            </a:fld>
            <a:endParaRPr lang="en-GH"/>
          </a:p>
        </p:txBody>
      </p:sp>
      <p:sp>
        <p:nvSpPr>
          <p:cNvPr id="6" name="Slide Number Placeholder 5">
            <a:extLst>
              <a:ext uri="{FF2B5EF4-FFF2-40B4-BE49-F238E27FC236}">
                <a16:creationId xmlns:a16="http://schemas.microsoft.com/office/drawing/2014/main" id="{68E3E8EB-B8D5-E852-2C33-F8F29CEA9C4F}"/>
              </a:ext>
            </a:extLst>
          </p:cNvPr>
          <p:cNvSpPr>
            <a:spLocks noGrp="1"/>
          </p:cNvSpPr>
          <p:nvPr>
            <p:ph type="sldNum" sz="quarter" idx="12"/>
          </p:nvPr>
        </p:nvSpPr>
        <p:spPr/>
        <p:txBody>
          <a:bodyPr/>
          <a:lstStyle/>
          <a:p>
            <a:fld id="{844BC124-E8F2-314E-B275-FCD333FAB8D0}" type="slidenum">
              <a:rPr lang="en-GH" smtClean="0"/>
              <a:t>‹#›</a:t>
            </a:fld>
            <a:endParaRPr lang="en-GH"/>
          </a:p>
        </p:txBody>
      </p:sp>
    </p:spTree>
    <p:extLst>
      <p:ext uri="{BB962C8B-B14F-4D97-AF65-F5344CB8AC3E}">
        <p14:creationId xmlns:p14="http://schemas.microsoft.com/office/powerpoint/2010/main" val="1741858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E0E2AEAC-9727-5BB4-5A1E-849C071B03B0}"/>
              </a:ext>
            </a:extLst>
          </p:cNvPr>
          <p:cNvSpPr/>
          <p:nvPr userDrawn="1"/>
        </p:nvSpPr>
        <p:spPr>
          <a:xfrm>
            <a:off x="10697028" y="6356349"/>
            <a:ext cx="667657" cy="379639"/>
          </a:xfrm>
          <a:prstGeom prst="roundRect">
            <a:avLst/>
          </a:prstGeom>
          <a:gradFill flip="none" rotWithShape="1">
            <a:gsLst>
              <a:gs pos="0">
                <a:srgbClr val="1A73E8">
                  <a:shade val="30000"/>
                  <a:satMod val="115000"/>
                </a:srgbClr>
              </a:gs>
              <a:gs pos="50000">
                <a:srgbClr val="1A73E8">
                  <a:shade val="67500"/>
                  <a:satMod val="115000"/>
                </a:srgbClr>
              </a:gs>
              <a:gs pos="100000">
                <a:srgbClr val="1A73E8">
                  <a:shade val="100000"/>
                  <a:satMod val="11500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b="1" dirty="0">
              <a:solidFill>
                <a:schemeClr val="bg1"/>
              </a:solidFill>
            </a:endParaRPr>
          </a:p>
        </p:txBody>
      </p:sp>
      <p:sp>
        <p:nvSpPr>
          <p:cNvPr id="7" name="Rectangle 6">
            <a:extLst>
              <a:ext uri="{FF2B5EF4-FFF2-40B4-BE49-F238E27FC236}">
                <a16:creationId xmlns:a16="http://schemas.microsoft.com/office/drawing/2014/main" id="{3E92CF4B-2E8D-A2FC-411A-B161E6BF6C1E}"/>
              </a:ext>
            </a:extLst>
          </p:cNvPr>
          <p:cNvSpPr/>
          <p:nvPr userDrawn="1"/>
        </p:nvSpPr>
        <p:spPr>
          <a:xfrm>
            <a:off x="838200" y="356840"/>
            <a:ext cx="11353800" cy="947854"/>
          </a:xfrm>
          <a:prstGeom prst="rect">
            <a:avLst/>
          </a:prstGeom>
          <a:gradFill flip="none" rotWithShape="1">
            <a:gsLst>
              <a:gs pos="0">
                <a:srgbClr val="1A73E8">
                  <a:shade val="30000"/>
                  <a:satMod val="115000"/>
                </a:srgbClr>
              </a:gs>
              <a:gs pos="50000">
                <a:srgbClr val="1A73E8">
                  <a:shade val="67500"/>
                  <a:satMod val="115000"/>
                </a:srgbClr>
              </a:gs>
              <a:gs pos="100000">
                <a:srgbClr val="1A73E8">
                  <a:shade val="100000"/>
                  <a:satMod val="115000"/>
                </a:srgb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2" name="Title Placeholder 1">
            <a:extLst>
              <a:ext uri="{FF2B5EF4-FFF2-40B4-BE49-F238E27FC236}">
                <a16:creationId xmlns:a16="http://schemas.microsoft.com/office/drawing/2014/main" id="{FCE039C3-BA1D-8D7C-DFC8-DF90ECF38BC9}"/>
              </a:ext>
            </a:extLst>
          </p:cNvPr>
          <p:cNvSpPr>
            <a:spLocks noGrp="1"/>
          </p:cNvSpPr>
          <p:nvPr>
            <p:ph type="title"/>
          </p:nvPr>
        </p:nvSpPr>
        <p:spPr>
          <a:xfrm>
            <a:off x="838200" y="365126"/>
            <a:ext cx="10515600" cy="939568"/>
          </a:xfrm>
          <a:prstGeom prst="rect">
            <a:avLst/>
          </a:prstGeom>
        </p:spPr>
        <p:txBody>
          <a:bodyPr vert="horz" lIns="91440" tIns="45720" rIns="91440" bIns="45720" rtlCol="0" anchor="ctr">
            <a:normAutofit/>
          </a:bodyPr>
          <a:lstStyle/>
          <a:p>
            <a:r>
              <a:rPr lang="en-GB" dirty="0"/>
              <a:t>TITLE</a:t>
            </a:r>
            <a:endParaRPr lang="en-GH" dirty="0"/>
          </a:p>
        </p:txBody>
      </p:sp>
      <p:sp>
        <p:nvSpPr>
          <p:cNvPr id="3" name="Text Placeholder 2">
            <a:extLst>
              <a:ext uri="{FF2B5EF4-FFF2-40B4-BE49-F238E27FC236}">
                <a16:creationId xmlns:a16="http://schemas.microsoft.com/office/drawing/2014/main" id="{6B9D9280-F6F0-E945-1034-92A0D03CDF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GH" dirty="0"/>
          </a:p>
        </p:txBody>
      </p:sp>
      <p:sp>
        <p:nvSpPr>
          <p:cNvPr id="4" name="Date Placeholder 3">
            <a:extLst>
              <a:ext uri="{FF2B5EF4-FFF2-40B4-BE49-F238E27FC236}">
                <a16:creationId xmlns:a16="http://schemas.microsoft.com/office/drawing/2014/main" id="{DB49E99E-FD78-A14A-E0A0-15535A5024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091BAF-1D20-1043-A325-BEAC3BD138E3}" type="datetime3">
              <a:rPr lang="en-US" smtClean="0"/>
              <a:t>3 July 2026</a:t>
            </a:fld>
            <a:endParaRPr lang="en-GH" dirty="0"/>
          </a:p>
        </p:txBody>
      </p:sp>
      <p:sp>
        <p:nvSpPr>
          <p:cNvPr id="6" name="Slide Number Placeholder 5">
            <a:extLst>
              <a:ext uri="{FF2B5EF4-FFF2-40B4-BE49-F238E27FC236}">
                <a16:creationId xmlns:a16="http://schemas.microsoft.com/office/drawing/2014/main" id="{D3857258-3FBC-7FB8-3DCC-4199063DE9BF}"/>
              </a:ext>
            </a:extLst>
          </p:cNvPr>
          <p:cNvSpPr>
            <a:spLocks noGrp="1"/>
          </p:cNvSpPr>
          <p:nvPr>
            <p:ph type="sldNum" sz="quarter" idx="4"/>
          </p:nvPr>
        </p:nvSpPr>
        <p:spPr>
          <a:xfrm>
            <a:off x="10686142" y="6356350"/>
            <a:ext cx="667657" cy="365125"/>
          </a:xfrm>
          <a:prstGeom prst="rect">
            <a:avLst/>
          </a:prstGeom>
        </p:spPr>
        <p:txBody>
          <a:bodyPr vert="horz" lIns="91440" tIns="45720" rIns="91440" bIns="45720" rtlCol="0" anchor="ctr"/>
          <a:lstStyle>
            <a:lvl1pPr algn="ctr">
              <a:defRPr sz="1600" b="1">
                <a:solidFill>
                  <a:schemeClr val="bg1"/>
                </a:solidFill>
              </a:defRPr>
            </a:lvl1pPr>
          </a:lstStyle>
          <a:p>
            <a:fld id="{CBBDAFE5-7139-9E4E-80B5-743FD3354D96}" type="slidenum">
              <a:rPr lang="en-GH" smtClean="0"/>
              <a:pPr/>
              <a:t>‹#›</a:t>
            </a:fld>
            <a:endParaRPr lang="en-GH" dirty="0"/>
          </a:p>
        </p:txBody>
      </p:sp>
      <p:sp>
        <p:nvSpPr>
          <p:cNvPr id="11" name="Oval 10">
            <a:extLst>
              <a:ext uri="{FF2B5EF4-FFF2-40B4-BE49-F238E27FC236}">
                <a16:creationId xmlns:a16="http://schemas.microsoft.com/office/drawing/2014/main" id="{C13E3FBB-E87F-9A2E-01E5-176F2DAD6B9F}"/>
              </a:ext>
            </a:extLst>
          </p:cNvPr>
          <p:cNvSpPr/>
          <p:nvPr userDrawn="1"/>
        </p:nvSpPr>
        <p:spPr>
          <a:xfrm>
            <a:off x="267629" y="139391"/>
            <a:ext cx="1416205" cy="138275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pic>
        <p:nvPicPr>
          <p:cNvPr id="10" name="Picture 9" descr="A logo with a black and white circle&#10;&#10;AI-generated content may be incorrect.">
            <a:extLst>
              <a:ext uri="{FF2B5EF4-FFF2-40B4-BE49-F238E27FC236}">
                <a16:creationId xmlns:a16="http://schemas.microsoft.com/office/drawing/2014/main" id="{959892A9-0141-0042-5DAA-8C1476945E61}"/>
              </a:ext>
            </a:extLst>
          </p:cNvPr>
          <p:cNvPicPr>
            <a:picLocks noChangeAspect="1"/>
          </p:cNvPicPr>
          <p:nvPr userDrawn="1"/>
        </p:nvPicPr>
        <p:blipFill>
          <a:blip r:embed="rId12"/>
          <a:stretch>
            <a:fillRect/>
          </a:stretch>
        </p:blipFill>
        <p:spPr>
          <a:xfrm>
            <a:off x="345688" y="139876"/>
            <a:ext cx="1349297" cy="1349297"/>
          </a:xfrm>
          <a:prstGeom prst="rect">
            <a:avLst/>
          </a:prstGeom>
        </p:spPr>
      </p:pic>
    </p:spTree>
    <p:extLst>
      <p:ext uri="{BB962C8B-B14F-4D97-AF65-F5344CB8AC3E}">
        <p14:creationId xmlns:p14="http://schemas.microsoft.com/office/powerpoint/2010/main" val="1368805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p:txStyles>
    <p:titleStyle>
      <a:lvl1pPr algn="r" defTabSz="914400" rtl="0" eaLnBrk="1" latinLnBrk="0" hangingPunct="1">
        <a:lnSpc>
          <a:spcPct val="90000"/>
        </a:lnSpc>
        <a:spcBef>
          <a:spcPct val="0"/>
        </a:spcBef>
        <a:buNone/>
        <a:defRPr sz="4000" b="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B89A5-7E3D-287E-4909-C680B9BA8068}"/>
              </a:ext>
            </a:extLst>
          </p:cNvPr>
          <p:cNvSpPr>
            <a:spLocks noGrp="1"/>
          </p:cNvSpPr>
          <p:nvPr>
            <p:ph type="ctrTitle"/>
          </p:nvPr>
        </p:nvSpPr>
        <p:spPr/>
        <p:txBody>
          <a:bodyPr/>
          <a:lstStyle/>
          <a:p>
            <a:r>
              <a:rPr lang="en-US" dirty="0"/>
              <a:t>Examination Script Management System</a:t>
            </a:r>
          </a:p>
        </p:txBody>
      </p:sp>
      <p:sp>
        <p:nvSpPr>
          <p:cNvPr id="3" name="Subtitle 2">
            <a:extLst>
              <a:ext uri="{FF2B5EF4-FFF2-40B4-BE49-F238E27FC236}">
                <a16:creationId xmlns:a16="http://schemas.microsoft.com/office/drawing/2014/main" id="{77B4D509-F496-2B06-67D0-30D1B03C3641}"/>
              </a:ext>
            </a:extLst>
          </p:cNvPr>
          <p:cNvSpPr>
            <a:spLocks noGrp="1"/>
          </p:cNvSpPr>
          <p:nvPr>
            <p:ph type="subTitle" idx="1"/>
          </p:nvPr>
        </p:nvSpPr>
        <p:spPr>
          <a:xfrm>
            <a:off x="1524000" y="4357005"/>
            <a:ext cx="9144000" cy="918937"/>
          </a:xfrm>
        </p:spPr>
        <p:txBody>
          <a:bodyPr/>
          <a:lstStyle/>
          <a:p>
            <a:pPr algn="l"/>
            <a:r>
              <a:rPr lang="en-US" dirty="0"/>
              <a:t>Put You Name		#Index0000</a:t>
            </a:r>
          </a:p>
          <a:p>
            <a:pPr algn="l"/>
            <a:r>
              <a:rPr lang="en-US" dirty="0"/>
              <a:t>Put You Name		#Index0000</a:t>
            </a:r>
          </a:p>
        </p:txBody>
      </p:sp>
      <p:sp>
        <p:nvSpPr>
          <p:cNvPr id="4" name="Date Placeholder 3">
            <a:extLst>
              <a:ext uri="{FF2B5EF4-FFF2-40B4-BE49-F238E27FC236}">
                <a16:creationId xmlns:a16="http://schemas.microsoft.com/office/drawing/2014/main" id="{EF4DCFB6-F5E3-48AD-1CFB-BE392C86094B}"/>
              </a:ext>
            </a:extLst>
          </p:cNvPr>
          <p:cNvSpPr>
            <a:spLocks noGrp="1"/>
          </p:cNvSpPr>
          <p:nvPr>
            <p:ph type="dt" sz="half" idx="10"/>
          </p:nvPr>
        </p:nvSpPr>
        <p:spPr/>
        <p:txBody>
          <a:bodyPr/>
          <a:lstStyle/>
          <a:p>
            <a:fld id="{BE1ACFB9-018D-8242-B104-CD45D632837B}" type="datetime3">
              <a:rPr lang="en-US" smtClean="0"/>
              <a:t>3 July 2026</a:t>
            </a:fld>
            <a:endParaRPr lang="en-GH" dirty="0"/>
          </a:p>
        </p:txBody>
      </p:sp>
      <p:sp>
        <p:nvSpPr>
          <p:cNvPr id="5" name="Slide Number Placeholder 4">
            <a:extLst>
              <a:ext uri="{FF2B5EF4-FFF2-40B4-BE49-F238E27FC236}">
                <a16:creationId xmlns:a16="http://schemas.microsoft.com/office/drawing/2014/main" id="{24069665-4C7D-9577-4A3F-652CBDFCBAB2}"/>
              </a:ext>
            </a:extLst>
          </p:cNvPr>
          <p:cNvSpPr>
            <a:spLocks noGrp="1"/>
          </p:cNvSpPr>
          <p:nvPr>
            <p:ph type="sldNum" sz="quarter" idx="12"/>
          </p:nvPr>
        </p:nvSpPr>
        <p:spPr/>
        <p:txBody>
          <a:bodyPr/>
          <a:lstStyle/>
          <a:p>
            <a:fld id="{844BC124-E8F2-314E-B275-FCD333FAB8D0}" type="slidenum">
              <a:rPr lang="en-GH" smtClean="0"/>
              <a:pPr/>
              <a:t>1</a:t>
            </a:fld>
            <a:endParaRPr lang="en-GH" dirty="0"/>
          </a:p>
        </p:txBody>
      </p:sp>
    </p:spTree>
    <p:extLst>
      <p:ext uri="{BB962C8B-B14F-4D97-AF65-F5344CB8AC3E}">
        <p14:creationId xmlns:p14="http://schemas.microsoft.com/office/powerpoint/2010/main" val="295936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811BE-1911-FDF6-3089-989BBA1AEB5F}"/>
              </a:ext>
            </a:extLst>
          </p:cNvPr>
          <p:cNvSpPr>
            <a:spLocks noGrp="1"/>
          </p:cNvSpPr>
          <p:nvPr>
            <p:ph type="title"/>
          </p:nvPr>
        </p:nvSpPr>
        <p:spPr/>
        <p:txBody>
          <a:bodyPr/>
          <a:lstStyle/>
          <a:p>
            <a:r>
              <a:rPr lang="en-US" dirty="0"/>
              <a:t>Background Of Study</a:t>
            </a:r>
          </a:p>
        </p:txBody>
      </p:sp>
      <p:sp>
        <p:nvSpPr>
          <p:cNvPr id="3" name="Date Placeholder 2">
            <a:extLst>
              <a:ext uri="{FF2B5EF4-FFF2-40B4-BE49-F238E27FC236}">
                <a16:creationId xmlns:a16="http://schemas.microsoft.com/office/drawing/2014/main" id="{205B048A-9A20-93CE-B2DF-5089FB8996EA}"/>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9250095D-2C96-C405-AF88-29A6D87DB266}"/>
              </a:ext>
            </a:extLst>
          </p:cNvPr>
          <p:cNvSpPr>
            <a:spLocks noGrp="1"/>
          </p:cNvSpPr>
          <p:nvPr>
            <p:ph type="sldNum" sz="quarter" idx="12"/>
          </p:nvPr>
        </p:nvSpPr>
        <p:spPr/>
        <p:txBody>
          <a:bodyPr/>
          <a:lstStyle/>
          <a:p>
            <a:fld id="{844BC124-E8F2-314E-B275-FCD333FAB8D0}" type="slidenum">
              <a:rPr lang="en-GH" smtClean="0"/>
              <a:t>2</a:t>
            </a:fld>
            <a:endParaRPr lang="en-GH"/>
          </a:p>
        </p:txBody>
      </p:sp>
      <p:sp>
        <p:nvSpPr>
          <p:cNvPr id="6" name="TextBox 5">
            <a:extLst>
              <a:ext uri="{FF2B5EF4-FFF2-40B4-BE49-F238E27FC236}">
                <a16:creationId xmlns:a16="http://schemas.microsoft.com/office/drawing/2014/main" id="{2EE0C7F4-11DD-4204-BE53-0060896B7FC4}"/>
              </a:ext>
            </a:extLst>
          </p:cNvPr>
          <p:cNvSpPr txBox="1"/>
          <p:nvPr/>
        </p:nvSpPr>
        <p:spPr>
          <a:xfrm>
            <a:off x="838200" y="1414476"/>
            <a:ext cx="10515599" cy="4832092"/>
          </a:xfrm>
          <a:prstGeom prst="rect">
            <a:avLst/>
          </a:prstGeom>
          <a:noFill/>
        </p:spPr>
        <p:txBody>
          <a:bodyPr wrap="square">
            <a:spAutoFit/>
          </a:bodyPr>
          <a:lstStyle/>
          <a:p>
            <a:pPr algn="just">
              <a:buNone/>
            </a:pPr>
            <a:r>
              <a:rPr lang="en-US" sz="2800" dirty="0"/>
              <a:t>The rapid advancement of Information and Communication Technology (ICT) has transformed how educational institutions manage academic records. Cloud computing provides secure, scalable, and centralized storage that improves data accessibility, backup, and disaster recovery (Sharma &amp; Singh, 2020; Rahman &amp; Islam, 2023). However, many institutions, including Koforidua Technical University (KTU), still rely on manual and localized storage of examination papers, making document management inefficient. This study therefore proposes a cloud-based examination script management system to improve document security, accessibility, and long-term preservation.</a:t>
            </a:r>
          </a:p>
        </p:txBody>
      </p:sp>
    </p:spTree>
    <p:extLst>
      <p:ext uri="{BB962C8B-B14F-4D97-AF65-F5344CB8AC3E}">
        <p14:creationId xmlns:p14="http://schemas.microsoft.com/office/powerpoint/2010/main" val="3395678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03CF0-7018-01C0-76B3-78DD69F301BF}"/>
              </a:ext>
            </a:extLst>
          </p:cNvPr>
          <p:cNvSpPr>
            <a:spLocks noGrp="1"/>
          </p:cNvSpPr>
          <p:nvPr>
            <p:ph type="title"/>
          </p:nvPr>
        </p:nvSpPr>
        <p:spPr/>
        <p:txBody>
          <a:bodyPr/>
          <a:lstStyle/>
          <a:p>
            <a:r>
              <a:rPr lang="en-US" dirty="0"/>
              <a:t>Problem Statement</a:t>
            </a:r>
          </a:p>
        </p:txBody>
      </p:sp>
      <p:sp>
        <p:nvSpPr>
          <p:cNvPr id="3" name="Date Placeholder 2">
            <a:extLst>
              <a:ext uri="{FF2B5EF4-FFF2-40B4-BE49-F238E27FC236}">
                <a16:creationId xmlns:a16="http://schemas.microsoft.com/office/drawing/2014/main" id="{5FE71271-91D7-4232-320A-A1507C901FA7}"/>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9FCBDB7D-80E0-8246-2E79-FDE680592637}"/>
              </a:ext>
            </a:extLst>
          </p:cNvPr>
          <p:cNvSpPr>
            <a:spLocks noGrp="1"/>
          </p:cNvSpPr>
          <p:nvPr>
            <p:ph type="sldNum" sz="quarter" idx="12"/>
          </p:nvPr>
        </p:nvSpPr>
        <p:spPr/>
        <p:txBody>
          <a:bodyPr/>
          <a:lstStyle/>
          <a:p>
            <a:fld id="{844BC124-E8F2-314E-B275-FCD333FAB8D0}" type="slidenum">
              <a:rPr lang="en-GH" smtClean="0"/>
              <a:t>3</a:t>
            </a:fld>
            <a:endParaRPr lang="en-GH"/>
          </a:p>
        </p:txBody>
      </p:sp>
      <p:sp>
        <p:nvSpPr>
          <p:cNvPr id="6" name="TextBox 5">
            <a:extLst>
              <a:ext uri="{FF2B5EF4-FFF2-40B4-BE49-F238E27FC236}">
                <a16:creationId xmlns:a16="http://schemas.microsoft.com/office/drawing/2014/main" id="{CEA02EE4-DB09-C333-65DB-BDC7BC07ACFD}"/>
              </a:ext>
            </a:extLst>
          </p:cNvPr>
          <p:cNvSpPr txBox="1"/>
          <p:nvPr/>
        </p:nvSpPr>
        <p:spPr>
          <a:xfrm>
            <a:off x="838199" y="1582341"/>
            <a:ext cx="10515599" cy="4832092"/>
          </a:xfrm>
          <a:prstGeom prst="rect">
            <a:avLst/>
          </a:prstGeom>
          <a:noFill/>
        </p:spPr>
        <p:txBody>
          <a:bodyPr wrap="square">
            <a:spAutoFit/>
          </a:bodyPr>
          <a:lstStyle/>
          <a:p>
            <a:pPr algn="just">
              <a:buNone/>
            </a:pPr>
            <a:r>
              <a:rPr lang="en-US" sz="2800" dirty="0"/>
              <a:t>The Computing Sciences Department of Koforidua Technical University (KTU) currently stores examination scripts manually in physical examination rooms. This approach consumes valuable office space, makes document retrieval slow and difficult, and exposes important academic records to risks such as fire, flooding, theft, and unauthorized access. The absence of a centralized digital storage and retrieval system also affects efficiency and security. Therefore, there is a need for a cloud-based examination script management system to securely store, manage, and retrieve examination records while supporting the university's digital transformation.</a:t>
            </a:r>
          </a:p>
        </p:txBody>
      </p:sp>
    </p:spTree>
    <p:extLst>
      <p:ext uri="{BB962C8B-B14F-4D97-AF65-F5344CB8AC3E}">
        <p14:creationId xmlns:p14="http://schemas.microsoft.com/office/powerpoint/2010/main" val="3168450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11C36-FA1C-F127-2B23-3DB94AB341A7}"/>
              </a:ext>
            </a:extLst>
          </p:cNvPr>
          <p:cNvSpPr>
            <a:spLocks noGrp="1"/>
          </p:cNvSpPr>
          <p:nvPr>
            <p:ph type="title"/>
          </p:nvPr>
        </p:nvSpPr>
        <p:spPr/>
        <p:txBody>
          <a:bodyPr/>
          <a:lstStyle/>
          <a:p>
            <a:r>
              <a:rPr lang="en-US" dirty="0"/>
              <a:t>Objective of study</a:t>
            </a:r>
          </a:p>
        </p:txBody>
      </p:sp>
      <p:sp>
        <p:nvSpPr>
          <p:cNvPr id="3" name="Date Placeholder 2">
            <a:extLst>
              <a:ext uri="{FF2B5EF4-FFF2-40B4-BE49-F238E27FC236}">
                <a16:creationId xmlns:a16="http://schemas.microsoft.com/office/drawing/2014/main" id="{69D9EB3C-A93C-3824-BCFB-C691BBDFC9FE}"/>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64828BF0-99AB-859D-6549-0D3B01F316FC}"/>
              </a:ext>
            </a:extLst>
          </p:cNvPr>
          <p:cNvSpPr>
            <a:spLocks noGrp="1"/>
          </p:cNvSpPr>
          <p:nvPr>
            <p:ph type="sldNum" sz="quarter" idx="12"/>
          </p:nvPr>
        </p:nvSpPr>
        <p:spPr/>
        <p:txBody>
          <a:bodyPr/>
          <a:lstStyle/>
          <a:p>
            <a:fld id="{844BC124-E8F2-314E-B275-FCD333FAB8D0}" type="slidenum">
              <a:rPr lang="en-GH" smtClean="0"/>
              <a:t>4</a:t>
            </a:fld>
            <a:endParaRPr lang="en-GH"/>
          </a:p>
        </p:txBody>
      </p:sp>
      <p:sp>
        <p:nvSpPr>
          <p:cNvPr id="6" name="TextBox 5">
            <a:extLst>
              <a:ext uri="{FF2B5EF4-FFF2-40B4-BE49-F238E27FC236}">
                <a16:creationId xmlns:a16="http://schemas.microsoft.com/office/drawing/2014/main" id="{49326865-A8B1-8243-AD46-7AFFA3466BCE}"/>
              </a:ext>
            </a:extLst>
          </p:cNvPr>
          <p:cNvSpPr txBox="1"/>
          <p:nvPr/>
        </p:nvSpPr>
        <p:spPr>
          <a:xfrm>
            <a:off x="762000" y="1374473"/>
            <a:ext cx="10515599" cy="4981877"/>
          </a:xfrm>
          <a:prstGeom prst="rect">
            <a:avLst/>
          </a:prstGeom>
          <a:noFill/>
        </p:spPr>
        <p:txBody>
          <a:bodyPr wrap="square">
            <a:spAutoFit/>
          </a:bodyPr>
          <a:lstStyle/>
          <a:p>
            <a:pPr marL="0" marR="0">
              <a:lnSpc>
                <a:spcPct val="115000"/>
              </a:lnSpc>
              <a:spcBef>
                <a:spcPts val="800"/>
              </a:spcBef>
              <a:spcAft>
                <a:spcPts val="400"/>
              </a:spcAft>
              <a:buNone/>
            </a:pPr>
            <a:r>
              <a:rPr lang="en-US" sz="2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Main Objective</a:t>
            </a:r>
          </a:p>
          <a:p>
            <a:pPr marL="0" marR="0" algn="just">
              <a:buNone/>
            </a:pPr>
            <a:r>
              <a:rPr lang="en-US" sz="2400" dirty="0">
                <a:effectLst/>
                <a:latin typeface="Times New Roman" panose="02020603050405020304" pitchFamily="18" charset="0"/>
                <a:ea typeface="Times New Roman" panose="02020603050405020304" pitchFamily="18" charset="0"/>
              </a:rPr>
              <a:t>To design and develop examination scripts management system for Computer Sciences Department.</a:t>
            </a:r>
          </a:p>
          <a:p>
            <a:pPr marL="0" marR="0">
              <a:lnSpc>
                <a:spcPct val="115000"/>
              </a:lnSpc>
              <a:spcBef>
                <a:spcPts val="800"/>
              </a:spcBef>
              <a:spcAft>
                <a:spcPts val="400"/>
              </a:spcAft>
              <a:buNone/>
            </a:pPr>
            <a:r>
              <a:rPr lang="en-US" sz="2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Specific Objectives</a:t>
            </a:r>
          </a:p>
          <a:p>
            <a:pPr marL="0" marR="0" algn="just">
              <a:buNone/>
            </a:pPr>
            <a:r>
              <a:rPr lang="en-US" sz="2400" dirty="0">
                <a:effectLst/>
                <a:latin typeface="Times New Roman" panose="02020603050405020304" pitchFamily="18" charset="0"/>
                <a:ea typeface="Times New Roman" panose="02020603050405020304" pitchFamily="18" charset="0"/>
              </a:rPr>
              <a:t>1. To design and implement a file compression model that reduces the size of scanned PDF examination documents before uploading to the cloud.</a:t>
            </a:r>
          </a:p>
          <a:p>
            <a:pPr marL="0" marR="0" algn="just">
              <a:buNone/>
            </a:pPr>
            <a:r>
              <a:rPr lang="en-US" sz="2400" dirty="0">
                <a:effectLst/>
                <a:latin typeface="Times New Roman" panose="02020603050405020304" pitchFamily="18" charset="0"/>
                <a:ea typeface="Times New Roman" panose="02020603050405020304" pitchFamily="18" charset="0"/>
              </a:rPr>
              <a:t>2. To develop a cloud-based storage system that enables secure scanning, uploading, storage, and retrieval of examination papers.</a:t>
            </a:r>
          </a:p>
          <a:p>
            <a:pPr marL="0" marR="0" algn="just">
              <a:buNone/>
            </a:pPr>
            <a:r>
              <a:rPr lang="en-US" sz="2400" dirty="0">
                <a:effectLst/>
                <a:latin typeface="Times New Roman" panose="02020603050405020304" pitchFamily="18" charset="0"/>
                <a:ea typeface="Times New Roman" panose="02020603050405020304" pitchFamily="18" charset="0"/>
              </a:rPr>
              <a:t>3. To design and implement an automated alert system that notifies lecturers to upload examination papers after marking and recording.</a:t>
            </a:r>
          </a:p>
          <a:p>
            <a:pPr marL="0" marR="0" algn="just">
              <a:buNone/>
            </a:pPr>
            <a:r>
              <a:rPr lang="en-US" sz="2400" dirty="0">
                <a:effectLst/>
                <a:latin typeface="Times New Roman" panose="02020603050405020304" pitchFamily="18" charset="0"/>
                <a:ea typeface="Times New Roman" panose="02020603050405020304" pitchFamily="18" charset="0"/>
              </a:rPr>
              <a:t>4. To develop an access control model that allows administrators to grant access to authorized users within defined time periods.</a:t>
            </a:r>
          </a:p>
        </p:txBody>
      </p:sp>
    </p:spTree>
    <p:extLst>
      <p:ext uri="{BB962C8B-B14F-4D97-AF65-F5344CB8AC3E}">
        <p14:creationId xmlns:p14="http://schemas.microsoft.com/office/powerpoint/2010/main" val="4155595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DC745-9AF1-395C-BB37-C015112963BD}"/>
              </a:ext>
            </a:extLst>
          </p:cNvPr>
          <p:cNvSpPr>
            <a:spLocks noGrp="1"/>
          </p:cNvSpPr>
          <p:nvPr>
            <p:ph type="title"/>
          </p:nvPr>
        </p:nvSpPr>
        <p:spPr/>
        <p:txBody>
          <a:bodyPr/>
          <a:lstStyle/>
          <a:p>
            <a:r>
              <a:rPr lang="en-US" dirty="0"/>
              <a:t>Literature Review</a:t>
            </a:r>
          </a:p>
        </p:txBody>
      </p:sp>
      <p:sp>
        <p:nvSpPr>
          <p:cNvPr id="3" name="Date Placeholder 2">
            <a:extLst>
              <a:ext uri="{FF2B5EF4-FFF2-40B4-BE49-F238E27FC236}">
                <a16:creationId xmlns:a16="http://schemas.microsoft.com/office/drawing/2014/main" id="{7E2C0B18-7DAB-5AE5-AE9D-5D5401A8C056}"/>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D58E7705-3947-65C8-A4CB-5E5C32A519B5}"/>
              </a:ext>
            </a:extLst>
          </p:cNvPr>
          <p:cNvSpPr>
            <a:spLocks noGrp="1"/>
          </p:cNvSpPr>
          <p:nvPr>
            <p:ph type="sldNum" sz="quarter" idx="12"/>
          </p:nvPr>
        </p:nvSpPr>
        <p:spPr/>
        <p:txBody>
          <a:bodyPr/>
          <a:lstStyle/>
          <a:p>
            <a:fld id="{844BC124-E8F2-314E-B275-FCD333FAB8D0}" type="slidenum">
              <a:rPr lang="en-GH" smtClean="0"/>
              <a:t>5</a:t>
            </a:fld>
            <a:endParaRPr lang="en-GH"/>
          </a:p>
        </p:txBody>
      </p:sp>
      <p:pic>
        <p:nvPicPr>
          <p:cNvPr id="5" name="Picture 4">
            <a:extLst>
              <a:ext uri="{FF2B5EF4-FFF2-40B4-BE49-F238E27FC236}">
                <a16:creationId xmlns:a16="http://schemas.microsoft.com/office/drawing/2014/main" id="{F8130013-B5A8-3EC5-1A46-7822E50178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2998" y="2099473"/>
            <a:ext cx="8426003" cy="4256877"/>
          </a:xfrm>
          <a:prstGeom prst="rect">
            <a:avLst/>
          </a:prstGeom>
        </p:spPr>
      </p:pic>
      <p:sp>
        <p:nvSpPr>
          <p:cNvPr id="7" name="TextBox 6">
            <a:extLst>
              <a:ext uri="{FF2B5EF4-FFF2-40B4-BE49-F238E27FC236}">
                <a16:creationId xmlns:a16="http://schemas.microsoft.com/office/drawing/2014/main" id="{64EA5E27-C589-D3A6-582A-371149BEA2BF}"/>
              </a:ext>
            </a:extLst>
          </p:cNvPr>
          <p:cNvSpPr txBox="1"/>
          <p:nvPr/>
        </p:nvSpPr>
        <p:spPr>
          <a:xfrm>
            <a:off x="838200" y="1517417"/>
            <a:ext cx="6096000" cy="523220"/>
          </a:xfrm>
          <a:prstGeom prst="rect">
            <a:avLst/>
          </a:prstGeom>
          <a:noFill/>
        </p:spPr>
        <p:txBody>
          <a:bodyPr wrap="square">
            <a:spAutoFit/>
          </a:bodyPr>
          <a:lstStyle/>
          <a:p>
            <a:r>
              <a:rPr lang="en-US" sz="2800" dirty="0">
                <a:effectLst/>
                <a:ea typeface="Aptos" panose="020B0004020202020204" pitchFamily="34" charset="0"/>
                <a:cs typeface="Times New Roman" panose="02020603050405020304" pitchFamily="18" charset="0"/>
              </a:rPr>
              <a:t>Context Diagram for </a:t>
            </a:r>
            <a:r>
              <a:rPr lang="en-US" sz="2800" dirty="0" err="1">
                <a:effectLst/>
                <a:ea typeface="Aptos" panose="020B0004020202020204" pitchFamily="34" charset="0"/>
                <a:cs typeface="Times New Roman" panose="02020603050405020304" pitchFamily="18" charset="0"/>
              </a:rPr>
              <a:t>Uploadcare</a:t>
            </a:r>
            <a:endParaRPr lang="en-US" sz="2800" dirty="0"/>
          </a:p>
        </p:txBody>
      </p:sp>
    </p:spTree>
    <p:extLst>
      <p:ext uri="{BB962C8B-B14F-4D97-AF65-F5344CB8AC3E}">
        <p14:creationId xmlns:p14="http://schemas.microsoft.com/office/powerpoint/2010/main" val="2840093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E2A29-8D48-92F1-6A21-92F9B85A7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0F892-06CF-B8E4-F748-0E9ACADE7248}"/>
              </a:ext>
            </a:extLst>
          </p:cNvPr>
          <p:cNvSpPr>
            <a:spLocks noGrp="1"/>
          </p:cNvSpPr>
          <p:nvPr>
            <p:ph type="title"/>
          </p:nvPr>
        </p:nvSpPr>
        <p:spPr/>
        <p:txBody>
          <a:bodyPr/>
          <a:lstStyle/>
          <a:p>
            <a:r>
              <a:rPr lang="en-US" dirty="0"/>
              <a:t>Methodology</a:t>
            </a:r>
          </a:p>
        </p:txBody>
      </p:sp>
      <p:sp>
        <p:nvSpPr>
          <p:cNvPr id="3" name="Date Placeholder 2">
            <a:extLst>
              <a:ext uri="{FF2B5EF4-FFF2-40B4-BE49-F238E27FC236}">
                <a16:creationId xmlns:a16="http://schemas.microsoft.com/office/drawing/2014/main" id="{365B7667-177F-3A37-DDB2-9A39E87D95CE}"/>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98D53F85-CA1E-FC71-F92A-8573D875AF71}"/>
              </a:ext>
            </a:extLst>
          </p:cNvPr>
          <p:cNvSpPr>
            <a:spLocks noGrp="1"/>
          </p:cNvSpPr>
          <p:nvPr>
            <p:ph type="sldNum" sz="quarter" idx="12"/>
          </p:nvPr>
        </p:nvSpPr>
        <p:spPr/>
        <p:txBody>
          <a:bodyPr/>
          <a:lstStyle/>
          <a:p>
            <a:fld id="{844BC124-E8F2-314E-B275-FCD333FAB8D0}" type="slidenum">
              <a:rPr lang="en-GH" smtClean="0"/>
              <a:t>6</a:t>
            </a:fld>
            <a:endParaRPr lang="en-GH"/>
          </a:p>
        </p:txBody>
      </p:sp>
      <p:pic>
        <p:nvPicPr>
          <p:cNvPr id="6" name="Picture 5">
            <a:extLst>
              <a:ext uri="{FF2B5EF4-FFF2-40B4-BE49-F238E27FC236}">
                <a16:creationId xmlns:a16="http://schemas.microsoft.com/office/drawing/2014/main" id="{CD718A79-B0F6-3F27-6AAE-33EE5FE2A42B}"/>
              </a:ext>
            </a:extLst>
          </p:cNvPr>
          <p:cNvPicPr>
            <a:picLocks noChangeAspect="1"/>
          </p:cNvPicPr>
          <p:nvPr/>
        </p:nvPicPr>
        <p:blipFill>
          <a:blip r:embed="rId2"/>
          <a:stretch>
            <a:fillRect/>
          </a:stretch>
        </p:blipFill>
        <p:spPr>
          <a:xfrm>
            <a:off x="1515713" y="2461170"/>
            <a:ext cx="9676162" cy="2548594"/>
          </a:xfrm>
          <a:prstGeom prst="rect">
            <a:avLst/>
          </a:prstGeom>
        </p:spPr>
      </p:pic>
      <p:sp>
        <p:nvSpPr>
          <p:cNvPr id="8" name="TextBox 7">
            <a:extLst>
              <a:ext uri="{FF2B5EF4-FFF2-40B4-BE49-F238E27FC236}">
                <a16:creationId xmlns:a16="http://schemas.microsoft.com/office/drawing/2014/main" id="{84356F99-6F32-AC64-4015-439B710F5F99}"/>
              </a:ext>
            </a:extLst>
          </p:cNvPr>
          <p:cNvSpPr txBox="1"/>
          <p:nvPr/>
        </p:nvSpPr>
        <p:spPr>
          <a:xfrm>
            <a:off x="304800" y="2413337"/>
            <a:ext cx="2743200" cy="1015663"/>
          </a:xfrm>
          <a:prstGeom prst="rect">
            <a:avLst/>
          </a:prstGeom>
          <a:noFill/>
        </p:spPr>
        <p:txBody>
          <a:bodyPr wrap="square">
            <a:spAutoFit/>
          </a:bodyPr>
          <a:lstStyle/>
          <a:p>
            <a:r>
              <a:rPr lang="en-US" sz="1200" b="1" dirty="0"/>
              <a:t>Requirements Planning</a:t>
            </a:r>
          </a:p>
          <a:p>
            <a:r>
              <a:rPr lang="en-US" sz="1200" dirty="0"/>
              <a:t>This phase identified what the system should do and who would use it. It also gathered the requirements needed to develop the system.</a:t>
            </a:r>
          </a:p>
        </p:txBody>
      </p:sp>
      <p:sp>
        <p:nvSpPr>
          <p:cNvPr id="10" name="TextBox 9">
            <a:extLst>
              <a:ext uri="{FF2B5EF4-FFF2-40B4-BE49-F238E27FC236}">
                <a16:creationId xmlns:a16="http://schemas.microsoft.com/office/drawing/2014/main" id="{EE273618-9295-490B-48AF-FC75FF042AA0}"/>
              </a:ext>
            </a:extLst>
          </p:cNvPr>
          <p:cNvSpPr txBox="1"/>
          <p:nvPr/>
        </p:nvSpPr>
        <p:spPr>
          <a:xfrm>
            <a:off x="4000500" y="5009764"/>
            <a:ext cx="3228975" cy="1015663"/>
          </a:xfrm>
          <a:prstGeom prst="rect">
            <a:avLst/>
          </a:prstGeom>
          <a:noFill/>
        </p:spPr>
        <p:txBody>
          <a:bodyPr wrap="square">
            <a:spAutoFit/>
          </a:bodyPr>
          <a:lstStyle/>
          <a:p>
            <a:r>
              <a:rPr lang="en-US" sz="1200" b="1" dirty="0"/>
              <a:t>User Design</a:t>
            </a:r>
          </a:p>
          <a:p>
            <a:r>
              <a:rPr lang="en-US" sz="1200" dirty="0"/>
              <a:t>This phase focused on designing the database, user interface, and system structure. The design was improved based on user feedback.</a:t>
            </a:r>
          </a:p>
        </p:txBody>
      </p:sp>
      <p:sp>
        <p:nvSpPr>
          <p:cNvPr id="12" name="TextBox 11">
            <a:extLst>
              <a:ext uri="{FF2B5EF4-FFF2-40B4-BE49-F238E27FC236}">
                <a16:creationId xmlns:a16="http://schemas.microsoft.com/office/drawing/2014/main" id="{C9279CFC-0CBC-7CF5-8C5F-CBA3D6A4B875}"/>
              </a:ext>
            </a:extLst>
          </p:cNvPr>
          <p:cNvSpPr txBox="1"/>
          <p:nvPr/>
        </p:nvSpPr>
        <p:spPr>
          <a:xfrm>
            <a:off x="6562725" y="2211973"/>
            <a:ext cx="2781300" cy="1015663"/>
          </a:xfrm>
          <a:prstGeom prst="rect">
            <a:avLst/>
          </a:prstGeom>
          <a:noFill/>
        </p:spPr>
        <p:txBody>
          <a:bodyPr wrap="square">
            <a:spAutoFit/>
          </a:bodyPr>
          <a:lstStyle/>
          <a:p>
            <a:r>
              <a:rPr lang="en-US" sz="1200" b="1" dirty="0"/>
              <a:t>Construction</a:t>
            </a:r>
          </a:p>
          <a:p>
            <a:r>
              <a:rPr lang="en-US" sz="1200" dirty="0"/>
              <a:t>This phase involved building and coding the system using the selected technologies. All major features were developed and tested.</a:t>
            </a:r>
          </a:p>
        </p:txBody>
      </p:sp>
      <p:sp>
        <p:nvSpPr>
          <p:cNvPr id="14" name="TextBox 13">
            <a:extLst>
              <a:ext uri="{FF2B5EF4-FFF2-40B4-BE49-F238E27FC236}">
                <a16:creationId xmlns:a16="http://schemas.microsoft.com/office/drawing/2014/main" id="{0E6D45DA-7CD2-A370-A217-59B756491975}"/>
              </a:ext>
            </a:extLst>
          </p:cNvPr>
          <p:cNvSpPr txBox="1"/>
          <p:nvPr/>
        </p:nvSpPr>
        <p:spPr>
          <a:xfrm>
            <a:off x="8811863" y="4415691"/>
            <a:ext cx="2971800" cy="1015663"/>
          </a:xfrm>
          <a:prstGeom prst="rect">
            <a:avLst/>
          </a:prstGeom>
          <a:noFill/>
        </p:spPr>
        <p:txBody>
          <a:bodyPr wrap="square">
            <a:spAutoFit/>
          </a:bodyPr>
          <a:lstStyle/>
          <a:p>
            <a:r>
              <a:rPr lang="en-US" sz="1200" b="1" dirty="0"/>
              <a:t>Cutover</a:t>
            </a:r>
          </a:p>
          <a:p>
            <a:r>
              <a:rPr lang="en-US" sz="1200" dirty="0"/>
              <a:t>This phase involved testing the completed system and deploying it for use. Minor issues were fixed, and future improvements were identified.</a:t>
            </a:r>
          </a:p>
        </p:txBody>
      </p:sp>
      <p:sp>
        <p:nvSpPr>
          <p:cNvPr id="16" name="TextBox 15">
            <a:extLst>
              <a:ext uri="{FF2B5EF4-FFF2-40B4-BE49-F238E27FC236}">
                <a16:creationId xmlns:a16="http://schemas.microsoft.com/office/drawing/2014/main" id="{A34CF836-8DD8-BA24-E183-E616EB779E7F}"/>
              </a:ext>
            </a:extLst>
          </p:cNvPr>
          <p:cNvSpPr txBox="1"/>
          <p:nvPr/>
        </p:nvSpPr>
        <p:spPr>
          <a:xfrm>
            <a:off x="2715863" y="1468527"/>
            <a:ext cx="6096000" cy="523220"/>
          </a:xfrm>
          <a:prstGeom prst="rect">
            <a:avLst/>
          </a:prstGeom>
          <a:noFill/>
        </p:spPr>
        <p:txBody>
          <a:bodyPr wrap="square">
            <a:spAutoFit/>
          </a:bodyPr>
          <a:lstStyle/>
          <a:p>
            <a:r>
              <a:rPr lang="en-US" sz="2800" dirty="0">
                <a:effectLst/>
                <a:latin typeface="Aptos" panose="020B0004020202020204" pitchFamily="34" charset="0"/>
                <a:ea typeface="Aptos" panose="020B0004020202020204" pitchFamily="34" charset="0"/>
                <a:cs typeface="Times New Roman" panose="02020603050405020304" pitchFamily="18" charset="0"/>
              </a:rPr>
              <a:t>Rapid Application Development (RAD)</a:t>
            </a:r>
            <a:endParaRPr lang="en-US" sz="2800" dirty="0"/>
          </a:p>
        </p:txBody>
      </p:sp>
    </p:spTree>
    <p:extLst>
      <p:ext uri="{BB962C8B-B14F-4D97-AF65-F5344CB8AC3E}">
        <p14:creationId xmlns:p14="http://schemas.microsoft.com/office/powerpoint/2010/main" val="941781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70CC7-1348-967E-64B9-83ED51AE9A2A}"/>
              </a:ext>
            </a:extLst>
          </p:cNvPr>
          <p:cNvSpPr>
            <a:spLocks noGrp="1"/>
          </p:cNvSpPr>
          <p:nvPr>
            <p:ph type="title"/>
          </p:nvPr>
        </p:nvSpPr>
        <p:spPr/>
        <p:txBody>
          <a:bodyPr/>
          <a:lstStyle/>
          <a:p>
            <a:r>
              <a:rPr lang="en-US" dirty="0"/>
              <a:t>Methodology</a:t>
            </a:r>
          </a:p>
        </p:txBody>
      </p:sp>
      <p:sp>
        <p:nvSpPr>
          <p:cNvPr id="3" name="Date Placeholder 2">
            <a:extLst>
              <a:ext uri="{FF2B5EF4-FFF2-40B4-BE49-F238E27FC236}">
                <a16:creationId xmlns:a16="http://schemas.microsoft.com/office/drawing/2014/main" id="{FA998D60-A0CC-4C3F-1479-60D5C33C0C51}"/>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08C266A8-CEB1-41BB-E9DF-CE34F93BAD87}"/>
              </a:ext>
            </a:extLst>
          </p:cNvPr>
          <p:cNvSpPr>
            <a:spLocks noGrp="1"/>
          </p:cNvSpPr>
          <p:nvPr>
            <p:ph type="sldNum" sz="quarter" idx="12"/>
          </p:nvPr>
        </p:nvSpPr>
        <p:spPr/>
        <p:txBody>
          <a:bodyPr/>
          <a:lstStyle/>
          <a:p>
            <a:fld id="{844BC124-E8F2-314E-B275-FCD333FAB8D0}" type="slidenum">
              <a:rPr lang="en-GH" smtClean="0"/>
              <a:t>7</a:t>
            </a:fld>
            <a:endParaRPr lang="en-GH"/>
          </a:p>
        </p:txBody>
      </p:sp>
      <p:pic>
        <p:nvPicPr>
          <p:cNvPr id="5" name="Picture 4">
            <a:extLst>
              <a:ext uri="{FF2B5EF4-FFF2-40B4-BE49-F238E27FC236}">
                <a16:creationId xmlns:a16="http://schemas.microsoft.com/office/drawing/2014/main" id="{A4118ABC-1B54-0773-D84E-79791A394C9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2121217"/>
            <a:ext cx="9052877" cy="4107368"/>
          </a:xfrm>
          <a:prstGeom prst="rect">
            <a:avLst/>
          </a:prstGeom>
          <a:noFill/>
          <a:ln>
            <a:noFill/>
          </a:ln>
        </p:spPr>
      </p:pic>
      <p:sp>
        <p:nvSpPr>
          <p:cNvPr id="7" name="TextBox 6">
            <a:extLst>
              <a:ext uri="{FF2B5EF4-FFF2-40B4-BE49-F238E27FC236}">
                <a16:creationId xmlns:a16="http://schemas.microsoft.com/office/drawing/2014/main" id="{1313FD94-D978-D576-7002-8A418CF3EC07}"/>
              </a:ext>
            </a:extLst>
          </p:cNvPr>
          <p:cNvSpPr txBox="1"/>
          <p:nvPr/>
        </p:nvSpPr>
        <p:spPr>
          <a:xfrm>
            <a:off x="4191619" y="1451345"/>
            <a:ext cx="3808762" cy="523220"/>
          </a:xfrm>
          <a:prstGeom prst="rect">
            <a:avLst/>
          </a:prstGeom>
          <a:noFill/>
        </p:spPr>
        <p:txBody>
          <a:bodyPr wrap="square">
            <a:spAutoFit/>
          </a:bodyPr>
          <a:lstStyle/>
          <a:p>
            <a:r>
              <a:rPr lang="en-US" sz="2800" dirty="0">
                <a:effectLst/>
                <a:latin typeface="Aptos" panose="020B0004020202020204" pitchFamily="34" charset="0"/>
                <a:ea typeface="Aptos" panose="020B0004020202020204" pitchFamily="34" charset="0"/>
                <a:cs typeface="Times New Roman" panose="02020603050405020304" pitchFamily="18" charset="0"/>
              </a:rPr>
              <a:t>Context Model Diagram</a:t>
            </a:r>
            <a:endParaRPr lang="en-US" sz="2800" dirty="0"/>
          </a:p>
        </p:txBody>
      </p:sp>
    </p:spTree>
    <p:extLst>
      <p:ext uri="{BB962C8B-B14F-4D97-AF65-F5344CB8AC3E}">
        <p14:creationId xmlns:p14="http://schemas.microsoft.com/office/powerpoint/2010/main" val="3750204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3F7A-2E45-1976-4152-0199609B5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B59A2-EA02-7967-02FA-A4820248571A}"/>
              </a:ext>
            </a:extLst>
          </p:cNvPr>
          <p:cNvSpPr>
            <a:spLocks noGrp="1"/>
          </p:cNvSpPr>
          <p:nvPr>
            <p:ph type="title"/>
          </p:nvPr>
        </p:nvSpPr>
        <p:spPr/>
        <p:txBody>
          <a:bodyPr/>
          <a:lstStyle/>
          <a:p>
            <a:r>
              <a:rPr lang="en-US" dirty="0"/>
              <a:t>Methodology</a:t>
            </a:r>
          </a:p>
        </p:txBody>
      </p:sp>
      <p:sp>
        <p:nvSpPr>
          <p:cNvPr id="3" name="Date Placeholder 2">
            <a:extLst>
              <a:ext uri="{FF2B5EF4-FFF2-40B4-BE49-F238E27FC236}">
                <a16:creationId xmlns:a16="http://schemas.microsoft.com/office/drawing/2014/main" id="{2375318B-1539-FA19-E6ED-B007644578CD}"/>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48298BB2-0175-7AE6-6485-0C7DCA83A7BB}"/>
              </a:ext>
            </a:extLst>
          </p:cNvPr>
          <p:cNvSpPr>
            <a:spLocks noGrp="1"/>
          </p:cNvSpPr>
          <p:nvPr>
            <p:ph type="sldNum" sz="quarter" idx="12"/>
          </p:nvPr>
        </p:nvSpPr>
        <p:spPr/>
        <p:txBody>
          <a:bodyPr/>
          <a:lstStyle/>
          <a:p>
            <a:fld id="{844BC124-E8F2-314E-B275-FCD333FAB8D0}" type="slidenum">
              <a:rPr lang="en-GH" smtClean="0"/>
              <a:t>8</a:t>
            </a:fld>
            <a:endParaRPr lang="en-GH"/>
          </a:p>
        </p:txBody>
      </p:sp>
      <p:sp>
        <p:nvSpPr>
          <p:cNvPr id="6" name="TextBox 5">
            <a:extLst>
              <a:ext uri="{FF2B5EF4-FFF2-40B4-BE49-F238E27FC236}">
                <a16:creationId xmlns:a16="http://schemas.microsoft.com/office/drawing/2014/main" id="{6FDC0F19-91AC-7535-B3EB-2260BE522D1B}"/>
              </a:ext>
            </a:extLst>
          </p:cNvPr>
          <p:cNvSpPr txBox="1"/>
          <p:nvPr/>
        </p:nvSpPr>
        <p:spPr>
          <a:xfrm>
            <a:off x="9733358" y="2887875"/>
            <a:ext cx="1905567" cy="1384995"/>
          </a:xfrm>
          <a:prstGeom prst="rect">
            <a:avLst/>
          </a:prstGeom>
          <a:noFill/>
        </p:spPr>
        <p:txBody>
          <a:bodyPr wrap="square">
            <a:spAutoFit/>
          </a:bodyPr>
          <a:lstStyle/>
          <a:p>
            <a:r>
              <a:rPr lang="en-US" sz="2800" dirty="0">
                <a:effectLst/>
                <a:latin typeface="Aptos" panose="020B0004020202020204" pitchFamily="34" charset="0"/>
                <a:ea typeface="Aptos" panose="020B0004020202020204" pitchFamily="34" charset="0"/>
                <a:cs typeface="Times New Roman" panose="02020603050405020304" pitchFamily="18" charset="0"/>
              </a:rPr>
              <a:t>Sequence </a:t>
            </a:r>
          </a:p>
          <a:p>
            <a:r>
              <a:rPr lang="en-US" sz="2800" dirty="0">
                <a:effectLst/>
                <a:latin typeface="Aptos" panose="020B0004020202020204" pitchFamily="34" charset="0"/>
                <a:ea typeface="Aptos" panose="020B0004020202020204" pitchFamily="34" charset="0"/>
                <a:cs typeface="Times New Roman" panose="02020603050405020304" pitchFamily="18" charset="0"/>
              </a:rPr>
              <a:t>Model </a:t>
            </a:r>
          </a:p>
          <a:p>
            <a:r>
              <a:rPr lang="en-US" sz="2800" dirty="0">
                <a:effectLst/>
                <a:latin typeface="Aptos" panose="020B0004020202020204" pitchFamily="34" charset="0"/>
                <a:ea typeface="Aptos" panose="020B0004020202020204" pitchFamily="34" charset="0"/>
                <a:cs typeface="Times New Roman" panose="02020603050405020304" pitchFamily="18" charset="0"/>
              </a:rPr>
              <a:t>Diagram </a:t>
            </a:r>
            <a:endParaRPr lang="en-US" sz="2800" dirty="0"/>
          </a:p>
        </p:txBody>
      </p:sp>
      <p:pic>
        <p:nvPicPr>
          <p:cNvPr id="7" name="Picture 6">
            <a:extLst>
              <a:ext uri="{FF2B5EF4-FFF2-40B4-BE49-F238E27FC236}">
                <a16:creationId xmlns:a16="http://schemas.microsoft.com/office/drawing/2014/main" id="{C3E4899E-8C33-77D3-0066-B61F42E4BA3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3500" y="1468383"/>
            <a:ext cx="8399858" cy="5292729"/>
          </a:xfrm>
          <a:prstGeom prst="rect">
            <a:avLst/>
          </a:prstGeom>
          <a:noFill/>
          <a:ln>
            <a:noFill/>
          </a:ln>
        </p:spPr>
      </p:pic>
    </p:spTree>
    <p:extLst>
      <p:ext uri="{BB962C8B-B14F-4D97-AF65-F5344CB8AC3E}">
        <p14:creationId xmlns:p14="http://schemas.microsoft.com/office/powerpoint/2010/main" val="695280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77134-986D-1970-0C5C-1B1B2EAF4422}"/>
              </a:ext>
            </a:extLst>
          </p:cNvPr>
          <p:cNvSpPr>
            <a:spLocks noGrp="1"/>
          </p:cNvSpPr>
          <p:nvPr>
            <p:ph type="title"/>
          </p:nvPr>
        </p:nvSpPr>
        <p:spPr/>
        <p:txBody>
          <a:bodyPr/>
          <a:lstStyle/>
          <a:p>
            <a:r>
              <a:rPr lang="en-US" dirty="0"/>
              <a:t>References</a:t>
            </a:r>
          </a:p>
        </p:txBody>
      </p:sp>
      <p:sp>
        <p:nvSpPr>
          <p:cNvPr id="3" name="Date Placeholder 2">
            <a:extLst>
              <a:ext uri="{FF2B5EF4-FFF2-40B4-BE49-F238E27FC236}">
                <a16:creationId xmlns:a16="http://schemas.microsoft.com/office/drawing/2014/main" id="{9E6D935D-49BD-4D3A-01F0-4BD06263175E}"/>
              </a:ext>
            </a:extLst>
          </p:cNvPr>
          <p:cNvSpPr>
            <a:spLocks noGrp="1"/>
          </p:cNvSpPr>
          <p:nvPr>
            <p:ph type="dt" sz="half" idx="10"/>
          </p:nvPr>
        </p:nvSpPr>
        <p:spPr/>
        <p:txBody>
          <a:bodyPr/>
          <a:lstStyle/>
          <a:p>
            <a:fld id="{AE6296CE-6AE7-3949-AA96-17BA20FDD846}" type="datetime3">
              <a:rPr lang="en-US" smtClean="0"/>
              <a:t>3 July 2026</a:t>
            </a:fld>
            <a:endParaRPr lang="en-GH"/>
          </a:p>
        </p:txBody>
      </p:sp>
      <p:sp>
        <p:nvSpPr>
          <p:cNvPr id="4" name="Slide Number Placeholder 3">
            <a:extLst>
              <a:ext uri="{FF2B5EF4-FFF2-40B4-BE49-F238E27FC236}">
                <a16:creationId xmlns:a16="http://schemas.microsoft.com/office/drawing/2014/main" id="{511F79B8-A869-CE8D-A72E-0A59967842CE}"/>
              </a:ext>
            </a:extLst>
          </p:cNvPr>
          <p:cNvSpPr>
            <a:spLocks noGrp="1"/>
          </p:cNvSpPr>
          <p:nvPr>
            <p:ph type="sldNum" sz="quarter" idx="12"/>
          </p:nvPr>
        </p:nvSpPr>
        <p:spPr/>
        <p:txBody>
          <a:bodyPr/>
          <a:lstStyle/>
          <a:p>
            <a:fld id="{844BC124-E8F2-314E-B275-FCD333FAB8D0}" type="slidenum">
              <a:rPr lang="en-GH" smtClean="0"/>
              <a:t>9</a:t>
            </a:fld>
            <a:endParaRPr lang="en-GH"/>
          </a:p>
        </p:txBody>
      </p:sp>
      <p:sp>
        <p:nvSpPr>
          <p:cNvPr id="6" name="TextBox 5">
            <a:extLst>
              <a:ext uri="{FF2B5EF4-FFF2-40B4-BE49-F238E27FC236}">
                <a16:creationId xmlns:a16="http://schemas.microsoft.com/office/drawing/2014/main" id="{E7802430-7EB2-1B0D-7DFA-52BEE58E539A}"/>
              </a:ext>
            </a:extLst>
          </p:cNvPr>
          <p:cNvSpPr txBox="1"/>
          <p:nvPr/>
        </p:nvSpPr>
        <p:spPr>
          <a:xfrm>
            <a:off x="838200" y="1714917"/>
            <a:ext cx="10515599" cy="3970318"/>
          </a:xfrm>
          <a:prstGeom prst="rect">
            <a:avLst/>
          </a:prstGeom>
          <a:noFill/>
        </p:spPr>
        <p:txBody>
          <a:bodyPr wrap="square">
            <a:spAutoFit/>
          </a:bodyPr>
          <a:lstStyle/>
          <a:p>
            <a:pPr marL="0" marR="0" algn="just">
              <a:buNone/>
            </a:pPr>
            <a:r>
              <a:rPr lang="en-US" sz="1800" dirty="0">
                <a:effectLst/>
                <a:latin typeface="Times New Roman" panose="02020603050405020304" pitchFamily="18" charset="0"/>
                <a:ea typeface="Times New Roman" panose="02020603050405020304" pitchFamily="18" charset="0"/>
              </a:rPr>
              <a:t>Adeyemi, T., Salami, K., &amp; Yusuf, A. (2024). Cloud‑based academic record systems in developing countries. International Journal of Educational Technology, 21(2), 45–60.</a:t>
            </a:r>
          </a:p>
          <a:p>
            <a:pPr marL="0" marR="0" algn="just">
              <a:buNone/>
            </a:pPr>
            <a:endParaRPr lang="en-US" sz="1800" dirty="0">
              <a:effectLst/>
              <a:latin typeface="Times New Roman" panose="02020603050405020304" pitchFamily="18" charset="0"/>
              <a:ea typeface="Times New Roman" panose="02020603050405020304" pitchFamily="18" charset="0"/>
            </a:endParaRPr>
          </a:p>
          <a:p>
            <a:pPr marL="0" marR="0" algn="just">
              <a:buNone/>
            </a:pPr>
            <a:r>
              <a:rPr lang="en-US" sz="1800" dirty="0" err="1">
                <a:effectLst/>
                <a:latin typeface="Times New Roman" panose="02020603050405020304" pitchFamily="18" charset="0"/>
                <a:ea typeface="Times New Roman" panose="02020603050405020304" pitchFamily="18" charset="0"/>
              </a:rPr>
              <a:t>Alshamaila</a:t>
            </a:r>
            <a:r>
              <a:rPr lang="en-US" sz="1800" dirty="0">
                <a:effectLst/>
                <a:latin typeface="Times New Roman" panose="02020603050405020304" pitchFamily="18" charset="0"/>
                <a:ea typeface="Times New Roman" panose="02020603050405020304" pitchFamily="18" charset="0"/>
              </a:rPr>
              <a:t>, Y., </a:t>
            </a:r>
            <a:r>
              <a:rPr lang="en-US" sz="1800" dirty="0" err="1">
                <a:effectLst/>
                <a:latin typeface="Times New Roman" panose="02020603050405020304" pitchFamily="18" charset="0"/>
                <a:ea typeface="Times New Roman" panose="02020603050405020304" pitchFamily="18" charset="0"/>
              </a:rPr>
              <a:t>Papagiannidis</a:t>
            </a:r>
            <a:r>
              <a:rPr lang="en-US" sz="1800" dirty="0">
                <a:effectLst/>
                <a:latin typeface="Times New Roman" panose="02020603050405020304" pitchFamily="18" charset="0"/>
                <a:ea typeface="Times New Roman" panose="02020603050405020304" pitchFamily="18" charset="0"/>
              </a:rPr>
              <a:t>, S., &amp; Li, F. (2021). Cloud computing adoption in higher education. Journal of Enterprise Information Management, 34(3), 789–806.</a:t>
            </a:r>
          </a:p>
          <a:p>
            <a:pPr marL="0" marR="0" algn="just">
              <a:buNone/>
            </a:pPr>
            <a:endParaRPr lang="en-US" sz="1800" dirty="0">
              <a:effectLst/>
              <a:latin typeface="Times New Roman" panose="02020603050405020304" pitchFamily="18" charset="0"/>
              <a:ea typeface="Times New Roman" panose="02020603050405020304" pitchFamily="18" charset="0"/>
            </a:endParaRPr>
          </a:p>
          <a:p>
            <a:pPr marL="0" marR="0" algn="just">
              <a:buNone/>
            </a:pPr>
            <a:r>
              <a:rPr lang="en-US" sz="1800" dirty="0">
                <a:effectLst/>
                <a:latin typeface="Times New Roman" panose="02020603050405020304" pitchFamily="18" charset="0"/>
                <a:ea typeface="Times New Roman" panose="02020603050405020304" pitchFamily="18" charset="0"/>
              </a:rPr>
              <a:t>Hasan, M., &amp; Khan, S. (2022). Digital transformation in universities through cloud computing. Education and Information Technologies, 27(4), 5231–5250.</a:t>
            </a:r>
          </a:p>
          <a:p>
            <a:pPr marL="0" marR="0" algn="just">
              <a:buNone/>
            </a:pPr>
            <a:endParaRPr lang="en-US" sz="1800" dirty="0">
              <a:effectLst/>
              <a:latin typeface="Times New Roman" panose="02020603050405020304" pitchFamily="18" charset="0"/>
              <a:ea typeface="Times New Roman" panose="02020603050405020304" pitchFamily="18" charset="0"/>
            </a:endParaRPr>
          </a:p>
          <a:p>
            <a:pPr marL="0" marR="0" algn="just">
              <a:buNone/>
            </a:pPr>
            <a:r>
              <a:rPr lang="en-US" sz="1800" dirty="0">
                <a:effectLst/>
                <a:latin typeface="Times New Roman" panose="02020603050405020304" pitchFamily="18" charset="0"/>
                <a:ea typeface="Times New Roman" panose="02020603050405020304" pitchFamily="18" charset="0"/>
              </a:rPr>
              <a:t>Khan, A., &amp; Rahman, M. (2021). Security challenges in cloud‑based education systems. IEEE Access, 9, 112345–112359.</a:t>
            </a:r>
          </a:p>
          <a:p>
            <a:pPr marL="0" marR="0" algn="just">
              <a:buNone/>
            </a:pPr>
            <a:endParaRPr lang="en-US" sz="1800" dirty="0">
              <a:effectLst/>
              <a:latin typeface="Times New Roman" panose="02020603050405020304" pitchFamily="18" charset="0"/>
              <a:ea typeface="Times New Roman" panose="02020603050405020304" pitchFamily="18" charset="0"/>
            </a:endParaRPr>
          </a:p>
          <a:p>
            <a:pPr marL="0" marR="0" algn="just">
              <a:buNone/>
            </a:pPr>
            <a:r>
              <a:rPr lang="en-US" sz="1800" dirty="0">
                <a:effectLst/>
                <a:latin typeface="Times New Roman" panose="02020603050405020304" pitchFamily="18" charset="0"/>
                <a:ea typeface="Times New Roman" panose="02020603050405020304" pitchFamily="18" charset="0"/>
              </a:rPr>
              <a:t>Rahman, M., &amp; Islam, R. (2023). Secure document management systems using cloud technology. Journal of Cloud Computing, 12(1), 88–101.</a:t>
            </a:r>
          </a:p>
        </p:txBody>
      </p:sp>
    </p:spTree>
    <p:extLst>
      <p:ext uri="{BB962C8B-B14F-4D97-AF65-F5344CB8AC3E}">
        <p14:creationId xmlns:p14="http://schemas.microsoft.com/office/powerpoint/2010/main" val="256295465"/>
      </p:ext>
    </p:extLst>
  </p:cSld>
  <p:clrMapOvr>
    <a:masterClrMapping/>
  </p:clrMapOvr>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LM Presentation" id="{49928A66-ACBB-D74A-A537-7EEFEE7A0DF9}" vid="{983DB906-632F-C74D-9E6F-1DDCFF899E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3654</TotalTime>
  <Words>632</Words>
  <Application>Microsoft Office PowerPoint</Application>
  <PresentationFormat>Widescreen</PresentationFormat>
  <Paragraphs>61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Arial Black</vt:lpstr>
      <vt:lpstr>Times New Roman</vt:lpstr>
      <vt:lpstr>Office Theme</vt:lpstr>
      <vt:lpstr>Examination Script Management System</vt:lpstr>
      <vt:lpstr>Background Of Study</vt:lpstr>
      <vt:lpstr>Problem Statement</vt:lpstr>
      <vt:lpstr>Objective of study</vt:lpstr>
      <vt:lpstr>Literature Review</vt:lpstr>
      <vt:lpstr>Methodology</vt:lpstr>
      <vt:lpstr>Methodology</vt:lpstr>
      <vt:lpstr>Methodology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Lukeman Dramani</dc:creator>
  <cp:lastModifiedBy>Lukeman Dramani</cp:lastModifiedBy>
  <cp:revision>47</cp:revision>
  <dcterms:created xsi:type="dcterms:W3CDTF">2025-08-15T03:53:50Z</dcterms:created>
  <dcterms:modified xsi:type="dcterms:W3CDTF">2026-07-03T05:02:50Z</dcterms:modified>
</cp:coreProperties>
</file>